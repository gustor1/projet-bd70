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8" r:id="rId6"/>
    <p:sldId id="267" r:id="rId7"/>
    <p:sldId id="257" r:id="rId8"/>
    <p:sldId id="258" r:id="rId9"/>
    <p:sldId id="259" r:id="rId10"/>
    <p:sldId id="266" r:id="rId11"/>
    <p:sldId id="269" r:id="rId12"/>
    <p:sldId id="260" r:id="rId13"/>
    <p:sldId id="261" r:id="rId14"/>
    <p:sldId id="271" r:id="rId15"/>
    <p:sldId id="272" r:id="rId16"/>
    <p:sldId id="273" r:id="rId17"/>
    <p:sldId id="274" r:id="rId18"/>
    <p:sldId id="275" r:id="rId19"/>
    <p:sldId id="287" r:id="rId20"/>
    <p:sldId id="288" r:id="rId21"/>
    <p:sldId id="276" r:id="rId22"/>
    <p:sldId id="270" r:id="rId23"/>
    <p:sldId id="262" r:id="rId24"/>
    <p:sldId id="263" r:id="rId25"/>
    <p:sldId id="265" r:id="rId26"/>
    <p:sldId id="277" r:id="rId27"/>
    <p:sldId id="278" r:id="rId28"/>
    <p:sldId id="279" r:id="rId29"/>
    <p:sldId id="281" r:id="rId30"/>
    <p:sldId id="283" r:id="rId31"/>
    <p:sldId id="284" r:id="rId32"/>
    <p:sldId id="285" r:id="rId33"/>
    <p:sldId id="282" r:id="rId34"/>
    <p:sldId id="286"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4193D-FD8E-4826-872B-E25C018E1CD0}" v="44" dt="2020-10-08T07:32:05.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0"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Lombard" userId="S::alombard@utbm.fr::d7c5578e-63c7-432d-a7d2-f1c9f6140c18" providerId="AD" clId="Web-{8953270B-46D0-FC27-1283-7E162E30E0CA}"/>
    <pc:docChg chg="addSld delSld modSld sldOrd">
      <pc:chgData name="Alexandre Lombard" userId="S::alombard@utbm.fr::d7c5578e-63c7-432d-a7d2-f1c9f6140c18" providerId="AD" clId="Web-{8953270B-46D0-FC27-1283-7E162E30E0CA}" dt="2020-08-26T08:29:00.303" v="4690" actId="20577"/>
      <pc:docMkLst>
        <pc:docMk/>
      </pc:docMkLst>
      <pc:sldChg chg="modSp">
        <pc:chgData name="Alexandre Lombard" userId="S::alombard@utbm.fr::d7c5578e-63c7-432d-a7d2-f1c9f6140c18" providerId="AD" clId="Web-{8953270B-46D0-FC27-1283-7E162E30E0CA}" dt="2020-08-25T06:34:55.158" v="297" actId="20577"/>
        <pc:sldMkLst>
          <pc:docMk/>
          <pc:sldMk cId="1000377018" sldId="260"/>
        </pc:sldMkLst>
        <pc:spChg chg="mod">
          <ac:chgData name="Alexandre Lombard" userId="S::alombard@utbm.fr::d7c5578e-63c7-432d-a7d2-f1c9f6140c18" providerId="AD" clId="Web-{8953270B-46D0-FC27-1283-7E162E30E0CA}" dt="2020-08-25T06:34:55.158" v="297" actId="20577"/>
          <ac:spMkLst>
            <pc:docMk/>
            <pc:sldMk cId="1000377018" sldId="260"/>
            <ac:spMk id="3" creationId="{59B1BF52-7F6B-4CC1-97E8-A64711A760CF}"/>
          </ac:spMkLst>
        </pc:spChg>
      </pc:sldChg>
      <pc:sldChg chg="modSp">
        <pc:chgData name="Alexandre Lombard" userId="S::alombard@utbm.fr::d7c5578e-63c7-432d-a7d2-f1c9f6140c18" providerId="AD" clId="Web-{8953270B-46D0-FC27-1283-7E162E30E0CA}" dt="2020-08-26T06:45:45.778" v="3797" actId="20577"/>
        <pc:sldMkLst>
          <pc:docMk/>
          <pc:sldMk cId="3987055276" sldId="262"/>
        </pc:sldMkLst>
        <pc:spChg chg="mod">
          <ac:chgData name="Alexandre Lombard" userId="S::alombard@utbm.fr::d7c5578e-63c7-432d-a7d2-f1c9f6140c18" providerId="AD" clId="Web-{8953270B-46D0-FC27-1283-7E162E30E0CA}" dt="2020-08-26T06:45:45.778" v="3797" actId="20577"/>
          <ac:spMkLst>
            <pc:docMk/>
            <pc:sldMk cId="3987055276" sldId="262"/>
            <ac:spMk id="3" creationId="{59B1BF52-7F6B-4CC1-97E8-A64711A760CF}"/>
          </ac:spMkLst>
        </pc:spChg>
      </pc:sldChg>
      <pc:sldChg chg="addSp modSp">
        <pc:chgData name="Alexandre Lombard" userId="S::alombard@utbm.fr::d7c5578e-63c7-432d-a7d2-f1c9f6140c18" providerId="AD" clId="Web-{8953270B-46D0-FC27-1283-7E162E30E0CA}" dt="2020-08-26T06:46:05.060" v="3802" actId="1076"/>
        <pc:sldMkLst>
          <pc:docMk/>
          <pc:sldMk cId="2026200058" sldId="263"/>
        </pc:sldMkLst>
        <pc:spChg chg="mod">
          <ac:chgData name="Alexandre Lombard" userId="S::alombard@utbm.fr::d7c5578e-63c7-432d-a7d2-f1c9f6140c18" providerId="AD" clId="Web-{8953270B-46D0-FC27-1283-7E162E30E0CA}" dt="2020-08-25T07:02:20.312" v="2744" actId="20577"/>
          <ac:spMkLst>
            <pc:docMk/>
            <pc:sldMk cId="2026200058" sldId="263"/>
            <ac:spMk id="3" creationId="{59B1BF52-7F6B-4CC1-97E8-A64711A760CF}"/>
          </ac:spMkLst>
        </pc:spChg>
        <pc:picChg chg="add mod">
          <ac:chgData name="Alexandre Lombard" userId="S::alombard@utbm.fr::d7c5578e-63c7-432d-a7d2-f1c9f6140c18" providerId="AD" clId="Web-{8953270B-46D0-FC27-1283-7E162E30E0CA}" dt="2020-08-26T06:46:05.060" v="3802" actId="1076"/>
          <ac:picMkLst>
            <pc:docMk/>
            <pc:sldMk cId="2026200058" sldId="263"/>
            <ac:picMk id="4" creationId="{CB23F0AA-0D69-4FD5-A96C-4CD4D2CC55E4}"/>
          </ac:picMkLst>
        </pc:picChg>
      </pc:sldChg>
      <pc:sldChg chg="del">
        <pc:chgData name="Alexandre Lombard" userId="S::alombard@utbm.fr::d7c5578e-63c7-432d-a7d2-f1c9f6140c18" providerId="AD" clId="Web-{8953270B-46D0-FC27-1283-7E162E30E0CA}" dt="2020-08-25T07:02:02.140" v="2635"/>
        <pc:sldMkLst>
          <pc:docMk/>
          <pc:sldMk cId="3285483337" sldId="264"/>
        </pc:sldMkLst>
      </pc:sldChg>
      <pc:sldChg chg="modSp">
        <pc:chgData name="Alexandre Lombard" userId="S::alombard@utbm.fr::d7c5578e-63c7-432d-a7d2-f1c9f6140c18" providerId="AD" clId="Web-{8953270B-46D0-FC27-1283-7E162E30E0CA}" dt="2020-08-25T06:30:57.435" v="50" actId="20577"/>
        <pc:sldMkLst>
          <pc:docMk/>
          <pc:sldMk cId="182357677" sldId="266"/>
        </pc:sldMkLst>
        <pc:spChg chg="mod">
          <ac:chgData name="Alexandre Lombard" userId="S::alombard@utbm.fr::d7c5578e-63c7-432d-a7d2-f1c9f6140c18" providerId="AD" clId="Web-{8953270B-46D0-FC27-1283-7E162E30E0CA}" dt="2020-08-25T06:30:57.435" v="50" actId="20577"/>
          <ac:spMkLst>
            <pc:docMk/>
            <pc:sldMk cId="182357677" sldId="266"/>
            <ac:spMk id="3" creationId="{59B1BF52-7F6B-4CC1-97E8-A64711A760CF}"/>
          </ac:spMkLst>
        </pc:spChg>
      </pc:sldChg>
      <pc:sldChg chg="modSp new ord">
        <pc:chgData name="Alexandre Lombard" userId="S::alombard@utbm.fr::d7c5578e-63c7-432d-a7d2-f1c9f6140c18" providerId="AD" clId="Web-{8953270B-46D0-FC27-1283-7E162E30E0CA}" dt="2020-08-25T06:31:57.436" v="81" actId="20577"/>
        <pc:sldMkLst>
          <pc:docMk/>
          <pc:sldMk cId="2851129026" sldId="267"/>
        </pc:sldMkLst>
        <pc:spChg chg="mod">
          <ac:chgData name="Alexandre Lombard" userId="S::alombard@utbm.fr::d7c5578e-63c7-432d-a7d2-f1c9f6140c18" providerId="AD" clId="Web-{8953270B-46D0-FC27-1283-7E162E30E0CA}" dt="2020-08-25T06:31:57.436" v="81" actId="20577"/>
          <ac:spMkLst>
            <pc:docMk/>
            <pc:sldMk cId="2851129026" sldId="267"/>
            <ac:spMk id="2" creationId="{F8950B23-3A04-4151-9138-32753ADAC139}"/>
          </ac:spMkLst>
        </pc:spChg>
      </pc:sldChg>
      <pc:sldChg chg="modSp new">
        <pc:chgData name="Alexandre Lombard" userId="S::alombard@utbm.fr::d7c5578e-63c7-432d-a7d2-f1c9f6140c18" providerId="AD" clId="Web-{8953270B-46D0-FC27-1283-7E162E30E0CA}" dt="2020-08-25T06:32:41.046" v="117" actId="20577"/>
        <pc:sldMkLst>
          <pc:docMk/>
          <pc:sldMk cId="3570214871" sldId="268"/>
        </pc:sldMkLst>
        <pc:spChg chg="mod">
          <ac:chgData name="Alexandre Lombard" userId="S::alombard@utbm.fr::d7c5578e-63c7-432d-a7d2-f1c9f6140c18" providerId="AD" clId="Web-{8953270B-46D0-FC27-1283-7E162E30E0CA}" dt="2020-08-25T06:32:21.015" v="85" actId="20577"/>
          <ac:spMkLst>
            <pc:docMk/>
            <pc:sldMk cId="3570214871" sldId="268"/>
            <ac:spMk id="2" creationId="{A712C386-2424-4233-94EC-3DFEB53A1D82}"/>
          </ac:spMkLst>
        </pc:spChg>
        <pc:spChg chg="mod">
          <ac:chgData name="Alexandre Lombard" userId="S::alombard@utbm.fr::d7c5578e-63c7-432d-a7d2-f1c9f6140c18" providerId="AD" clId="Web-{8953270B-46D0-FC27-1283-7E162E30E0CA}" dt="2020-08-25T06:32:41.046" v="117" actId="20577"/>
          <ac:spMkLst>
            <pc:docMk/>
            <pc:sldMk cId="3570214871" sldId="268"/>
            <ac:spMk id="3" creationId="{DC808C94-A413-4774-AF1B-DD7580D7EC1D}"/>
          </ac:spMkLst>
        </pc:spChg>
      </pc:sldChg>
      <pc:sldChg chg="modSp new ord">
        <pc:chgData name="Alexandre Lombard" userId="S::alombard@utbm.fr::d7c5578e-63c7-432d-a7d2-f1c9f6140c18" providerId="AD" clId="Web-{8953270B-46D0-FC27-1283-7E162E30E0CA}" dt="2020-08-25T06:32:56.406" v="143" actId="20577"/>
        <pc:sldMkLst>
          <pc:docMk/>
          <pc:sldMk cId="3370040125" sldId="269"/>
        </pc:sldMkLst>
        <pc:spChg chg="mod">
          <ac:chgData name="Alexandre Lombard" userId="S::alombard@utbm.fr::d7c5578e-63c7-432d-a7d2-f1c9f6140c18" providerId="AD" clId="Web-{8953270B-46D0-FC27-1283-7E162E30E0CA}" dt="2020-08-25T06:32:56.406" v="143" actId="20577"/>
          <ac:spMkLst>
            <pc:docMk/>
            <pc:sldMk cId="3370040125" sldId="269"/>
            <ac:spMk id="2" creationId="{239745E9-AF9C-4BD3-9A76-FBECC08447B1}"/>
          </ac:spMkLst>
        </pc:spChg>
      </pc:sldChg>
      <pc:sldChg chg="modSp new ord">
        <pc:chgData name="Alexandre Lombard" userId="S::alombard@utbm.fr::d7c5578e-63c7-432d-a7d2-f1c9f6140c18" providerId="AD" clId="Web-{8953270B-46D0-FC27-1283-7E162E30E0CA}" dt="2020-08-25T06:33:32.781" v="154" actId="20577"/>
        <pc:sldMkLst>
          <pc:docMk/>
          <pc:sldMk cId="2979597918" sldId="270"/>
        </pc:sldMkLst>
        <pc:spChg chg="mod">
          <ac:chgData name="Alexandre Lombard" userId="S::alombard@utbm.fr::d7c5578e-63c7-432d-a7d2-f1c9f6140c18" providerId="AD" clId="Web-{8953270B-46D0-FC27-1283-7E162E30E0CA}" dt="2020-08-25T06:33:32.781" v="154" actId="20577"/>
          <ac:spMkLst>
            <pc:docMk/>
            <pc:sldMk cId="2979597918" sldId="270"/>
            <ac:spMk id="2" creationId="{D27D12E0-0A45-448C-9BEA-C829847F5542}"/>
          </ac:spMkLst>
        </pc:spChg>
      </pc:sldChg>
      <pc:sldChg chg="modSp new">
        <pc:chgData name="Alexandre Lombard" userId="S::alombard@utbm.fr::d7c5578e-63c7-432d-a7d2-f1c9f6140c18" providerId="AD" clId="Web-{8953270B-46D0-FC27-1283-7E162E30E0CA}" dt="2020-08-25T06:50:22.456" v="1883" actId="20577"/>
        <pc:sldMkLst>
          <pc:docMk/>
          <pc:sldMk cId="720317195" sldId="271"/>
        </pc:sldMkLst>
        <pc:spChg chg="mod">
          <ac:chgData name="Alexandre Lombard" userId="S::alombard@utbm.fr::d7c5578e-63c7-432d-a7d2-f1c9f6140c18" providerId="AD" clId="Web-{8953270B-46D0-FC27-1283-7E162E30E0CA}" dt="2020-08-25T06:35:09.143" v="300" actId="20577"/>
          <ac:spMkLst>
            <pc:docMk/>
            <pc:sldMk cId="720317195" sldId="271"/>
            <ac:spMk id="2" creationId="{244C050A-0078-4636-AD5B-2B37B5B901E0}"/>
          </ac:spMkLst>
        </pc:spChg>
        <pc:spChg chg="mod">
          <ac:chgData name="Alexandre Lombard" userId="S::alombard@utbm.fr::d7c5578e-63c7-432d-a7d2-f1c9f6140c18" providerId="AD" clId="Web-{8953270B-46D0-FC27-1283-7E162E30E0CA}" dt="2020-08-25T06:50:22.456" v="1883" actId="20577"/>
          <ac:spMkLst>
            <pc:docMk/>
            <pc:sldMk cId="720317195" sldId="271"/>
            <ac:spMk id="3" creationId="{E27C40EA-8562-4D19-8E02-928232A9779E}"/>
          </ac:spMkLst>
        </pc:spChg>
      </pc:sldChg>
      <pc:sldChg chg="modSp new">
        <pc:chgData name="Alexandre Lombard" userId="S::alombard@utbm.fr::d7c5578e-63c7-432d-a7d2-f1c9f6140c18" providerId="AD" clId="Web-{8953270B-46D0-FC27-1283-7E162E30E0CA}" dt="2020-08-25T06:41:30.384" v="1011" actId="20577"/>
        <pc:sldMkLst>
          <pc:docMk/>
          <pc:sldMk cId="4257029902" sldId="272"/>
        </pc:sldMkLst>
        <pc:spChg chg="mod">
          <ac:chgData name="Alexandre Lombard" userId="S::alombard@utbm.fr::d7c5578e-63c7-432d-a7d2-f1c9f6140c18" providerId="AD" clId="Web-{8953270B-46D0-FC27-1283-7E162E30E0CA}" dt="2020-08-25T06:39:02.600" v="706" actId="20577"/>
          <ac:spMkLst>
            <pc:docMk/>
            <pc:sldMk cId="4257029902" sldId="272"/>
            <ac:spMk id="2" creationId="{4E55E543-CA7A-4CBA-9657-CA71125CC289}"/>
          </ac:spMkLst>
        </pc:spChg>
        <pc:spChg chg="mod">
          <ac:chgData name="Alexandre Lombard" userId="S::alombard@utbm.fr::d7c5578e-63c7-432d-a7d2-f1c9f6140c18" providerId="AD" clId="Web-{8953270B-46D0-FC27-1283-7E162E30E0CA}" dt="2020-08-25T06:41:30.384" v="1011" actId="20577"/>
          <ac:spMkLst>
            <pc:docMk/>
            <pc:sldMk cId="4257029902" sldId="272"/>
            <ac:spMk id="3" creationId="{2D0CC7B8-362F-4819-B44F-EDE911406B6B}"/>
          </ac:spMkLst>
        </pc:spChg>
      </pc:sldChg>
      <pc:sldChg chg="modSp new">
        <pc:chgData name="Alexandre Lombard" userId="S::alombard@utbm.fr::d7c5578e-63c7-432d-a7d2-f1c9f6140c18" providerId="AD" clId="Web-{8953270B-46D0-FC27-1283-7E162E30E0CA}" dt="2020-08-25T08:59:51.093" v="2790" actId="20577"/>
        <pc:sldMkLst>
          <pc:docMk/>
          <pc:sldMk cId="3774394452" sldId="273"/>
        </pc:sldMkLst>
        <pc:spChg chg="mod">
          <ac:chgData name="Alexandre Lombard" userId="S::alombard@utbm.fr::d7c5578e-63c7-432d-a7d2-f1c9f6140c18" providerId="AD" clId="Web-{8953270B-46D0-FC27-1283-7E162E30E0CA}" dt="2020-08-25T06:42:02.009" v="1014" actId="20577"/>
          <ac:spMkLst>
            <pc:docMk/>
            <pc:sldMk cId="3774394452" sldId="273"/>
            <ac:spMk id="2" creationId="{891DF4A8-159E-47F3-BC2E-79D3AF1018DE}"/>
          </ac:spMkLst>
        </pc:spChg>
        <pc:spChg chg="mod">
          <ac:chgData name="Alexandre Lombard" userId="S::alombard@utbm.fr::d7c5578e-63c7-432d-a7d2-f1c9f6140c18" providerId="AD" clId="Web-{8953270B-46D0-FC27-1283-7E162E30E0CA}" dt="2020-08-25T08:59:51.093" v="2790" actId="20577"/>
          <ac:spMkLst>
            <pc:docMk/>
            <pc:sldMk cId="3774394452" sldId="273"/>
            <ac:spMk id="3" creationId="{71848662-567C-47F7-A761-5F57A6104DFF}"/>
          </ac:spMkLst>
        </pc:spChg>
      </pc:sldChg>
      <pc:sldChg chg="modSp new">
        <pc:chgData name="Alexandre Lombard" userId="S::alombard@utbm.fr::d7c5578e-63c7-432d-a7d2-f1c9f6140c18" providerId="AD" clId="Web-{8953270B-46D0-FC27-1283-7E162E30E0CA}" dt="2020-08-25T06:52:44.661" v="2243" actId="20577"/>
        <pc:sldMkLst>
          <pc:docMk/>
          <pc:sldMk cId="1994863964" sldId="274"/>
        </pc:sldMkLst>
        <pc:spChg chg="mod">
          <ac:chgData name="Alexandre Lombard" userId="S::alombard@utbm.fr::d7c5578e-63c7-432d-a7d2-f1c9f6140c18" providerId="AD" clId="Web-{8953270B-46D0-FC27-1283-7E162E30E0CA}" dt="2020-08-25T06:47:15.327" v="1549" actId="20577"/>
          <ac:spMkLst>
            <pc:docMk/>
            <pc:sldMk cId="1994863964" sldId="274"/>
            <ac:spMk id="2" creationId="{89B6B031-561E-42E5-806B-4130B25FD022}"/>
          </ac:spMkLst>
        </pc:spChg>
        <pc:spChg chg="mod">
          <ac:chgData name="Alexandre Lombard" userId="S::alombard@utbm.fr::d7c5578e-63c7-432d-a7d2-f1c9f6140c18" providerId="AD" clId="Web-{8953270B-46D0-FC27-1283-7E162E30E0CA}" dt="2020-08-25T06:52:44.661" v="2243" actId="20577"/>
          <ac:spMkLst>
            <pc:docMk/>
            <pc:sldMk cId="1994863964" sldId="274"/>
            <ac:spMk id="3" creationId="{8FC728FB-EFAD-4318-B57E-92320F8580C7}"/>
          </ac:spMkLst>
        </pc:spChg>
      </pc:sldChg>
      <pc:sldChg chg="modSp add replId">
        <pc:chgData name="Alexandre Lombard" userId="S::alombard@utbm.fr::d7c5578e-63c7-432d-a7d2-f1c9f6140c18" providerId="AD" clId="Web-{8953270B-46D0-FC27-1283-7E162E30E0CA}" dt="2020-08-25T09:21:43.503" v="2810" actId="20577"/>
        <pc:sldMkLst>
          <pc:docMk/>
          <pc:sldMk cId="4011821348" sldId="275"/>
        </pc:sldMkLst>
        <pc:spChg chg="mod">
          <ac:chgData name="Alexandre Lombard" userId="S::alombard@utbm.fr::d7c5578e-63c7-432d-a7d2-f1c9f6140c18" providerId="AD" clId="Web-{8953270B-46D0-FC27-1283-7E162E30E0CA}" dt="2020-08-25T09:21:43.503" v="2810" actId="20577"/>
          <ac:spMkLst>
            <pc:docMk/>
            <pc:sldMk cId="4011821348" sldId="275"/>
            <ac:spMk id="3" creationId="{8FC728FB-EFAD-4318-B57E-92320F8580C7}"/>
          </ac:spMkLst>
        </pc:spChg>
      </pc:sldChg>
      <pc:sldChg chg="modSp add replId">
        <pc:chgData name="Alexandre Lombard" userId="S::alombard@utbm.fr::d7c5578e-63c7-432d-a7d2-f1c9f6140c18" providerId="AD" clId="Web-{8953270B-46D0-FC27-1283-7E162E30E0CA}" dt="2020-08-25T09:42:50.053" v="3296" actId="20577"/>
        <pc:sldMkLst>
          <pc:docMk/>
          <pc:sldMk cId="1681559376" sldId="276"/>
        </pc:sldMkLst>
        <pc:spChg chg="mod">
          <ac:chgData name="Alexandre Lombard" userId="S::alombard@utbm.fr::d7c5578e-63c7-432d-a7d2-f1c9f6140c18" providerId="AD" clId="Web-{8953270B-46D0-FC27-1283-7E162E30E0CA}" dt="2020-08-25T09:42:50.053" v="3296" actId="20577"/>
          <ac:spMkLst>
            <pc:docMk/>
            <pc:sldMk cId="1681559376" sldId="276"/>
            <ac:spMk id="3" creationId="{8FC728FB-EFAD-4318-B57E-92320F8580C7}"/>
          </ac:spMkLst>
        </pc:spChg>
      </pc:sldChg>
      <pc:sldChg chg="addSp delSp modSp add del replId">
        <pc:chgData name="Alexandre Lombard" userId="S::alombard@utbm.fr::d7c5578e-63c7-432d-a7d2-f1c9f6140c18" providerId="AD" clId="Web-{8953270B-46D0-FC27-1283-7E162E30E0CA}" dt="2020-08-26T06:39:03.643" v="3312"/>
        <pc:sldMkLst>
          <pc:docMk/>
          <pc:sldMk cId="121328870" sldId="277"/>
        </pc:sldMkLst>
        <pc:spChg chg="del mod">
          <ac:chgData name="Alexandre Lombard" userId="S::alombard@utbm.fr::d7c5578e-63c7-432d-a7d2-f1c9f6140c18" providerId="AD" clId="Web-{8953270B-46D0-FC27-1283-7E162E30E0CA}" dt="2020-08-26T06:39:01.831" v="3311"/>
          <ac:spMkLst>
            <pc:docMk/>
            <pc:sldMk cId="121328870" sldId="277"/>
            <ac:spMk id="4" creationId="{C06922B5-FB9E-401E-9221-C91628B0396D}"/>
          </ac:spMkLst>
        </pc:spChg>
        <pc:spChg chg="add mod">
          <ac:chgData name="Alexandre Lombard" userId="S::alombard@utbm.fr::d7c5578e-63c7-432d-a7d2-f1c9f6140c18" providerId="AD" clId="Web-{8953270B-46D0-FC27-1283-7E162E30E0CA}" dt="2020-08-26T06:39:01.831" v="3311"/>
          <ac:spMkLst>
            <pc:docMk/>
            <pc:sldMk cId="121328870" sldId="277"/>
            <ac:spMk id="5" creationId="{FCF33E32-D98A-4205-9D1F-684C078214FD}"/>
          </ac:spMkLst>
        </pc:spChg>
      </pc:sldChg>
      <pc:sldChg chg="modSp new">
        <pc:chgData name="Alexandre Lombard" userId="S::alombard@utbm.fr::d7c5578e-63c7-432d-a7d2-f1c9f6140c18" providerId="AD" clId="Web-{8953270B-46D0-FC27-1283-7E162E30E0CA}" dt="2020-08-26T06:42:06.476" v="3529" actId="20577"/>
        <pc:sldMkLst>
          <pc:docMk/>
          <pc:sldMk cId="428795585" sldId="277"/>
        </pc:sldMkLst>
        <pc:spChg chg="mod">
          <ac:chgData name="Alexandre Lombard" userId="S::alombard@utbm.fr::d7c5578e-63c7-432d-a7d2-f1c9f6140c18" providerId="AD" clId="Web-{8953270B-46D0-FC27-1283-7E162E30E0CA}" dt="2020-08-26T06:39:12.331" v="3314" actId="20577"/>
          <ac:spMkLst>
            <pc:docMk/>
            <pc:sldMk cId="428795585" sldId="277"/>
            <ac:spMk id="2" creationId="{17792A5D-ED45-4D48-89D5-CE0EF87FAA36}"/>
          </ac:spMkLst>
        </pc:spChg>
        <pc:spChg chg="mod">
          <ac:chgData name="Alexandre Lombard" userId="S::alombard@utbm.fr::d7c5578e-63c7-432d-a7d2-f1c9f6140c18" providerId="AD" clId="Web-{8953270B-46D0-FC27-1283-7E162E30E0CA}" dt="2020-08-26T06:42:06.476" v="3529" actId="20577"/>
          <ac:spMkLst>
            <pc:docMk/>
            <pc:sldMk cId="428795585" sldId="277"/>
            <ac:spMk id="3" creationId="{1293D9F8-18C8-4729-9A20-AE393B8A274A}"/>
          </ac:spMkLst>
        </pc:spChg>
      </pc:sldChg>
      <pc:sldChg chg="modSp add replId">
        <pc:chgData name="Alexandre Lombard" userId="S::alombard@utbm.fr::d7c5578e-63c7-432d-a7d2-f1c9f6140c18" providerId="AD" clId="Web-{8953270B-46D0-FC27-1283-7E162E30E0CA}" dt="2020-08-26T06:45:05.418" v="3794" actId="20577"/>
        <pc:sldMkLst>
          <pc:docMk/>
          <pc:sldMk cId="2954441668" sldId="278"/>
        </pc:sldMkLst>
        <pc:spChg chg="mod">
          <ac:chgData name="Alexandre Lombard" userId="S::alombard@utbm.fr::d7c5578e-63c7-432d-a7d2-f1c9f6140c18" providerId="AD" clId="Web-{8953270B-46D0-FC27-1283-7E162E30E0CA}" dt="2020-08-26T06:45:05.418" v="3794" actId="20577"/>
          <ac:spMkLst>
            <pc:docMk/>
            <pc:sldMk cId="2954441668" sldId="278"/>
            <ac:spMk id="3" creationId="{1293D9F8-18C8-4729-9A20-AE393B8A274A}"/>
          </ac:spMkLst>
        </pc:spChg>
      </pc:sldChg>
      <pc:sldChg chg="modSp add replId">
        <pc:chgData name="Alexandre Lombard" userId="S::alombard@utbm.fr::d7c5578e-63c7-432d-a7d2-f1c9f6140c18" providerId="AD" clId="Web-{8953270B-46D0-FC27-1283-7E162E30E0CA}" dt="2020-08-26T07:02:00.552" v="4564" actId="20577"/>
        <pc:sldMkLst>
          <pc:docMk/>
          <pc:sldMk cId="3124228793" sldId="279"/>
        </pc:sldMkLst>
        <pc:spChg chg="mod">
          <ac:chgData name="Alexandre Lombard" userId="S::alombard@utbm.fr::d7c5578e-63c7-432d-a7d2-f1c9f6140c18" providerId="AD" clId="Web-{8953270B-46D0-FC27-1283-7E162E30E0CA}" dt="2020-08-26T06:47:15.718" v="3813" actId="20577"/>
          <ac:spMkLst>
            <pc:docMk/>
            <pc:sldMk cId="3124228793" sldId="279"/>
            <ac:spMk id="2" creationId="{17792A5D-ED45-4D48-89D5-CE0EF87FAA36}"/>
          </ac:spMkLst>
        </pc:spChg>
        <pc:spChg chg="mod">
          <ac:chgData name="Alexandre Lombard" userId="S::alombard@utbm.fr::d7c5578e-63c7-432d-a7d2-f1c9f6140c18" providerId="AD" clId="Web-{8953270B-46D0-FC27-1283-7E162E30E0CA}" dt="2020-08-26T07:02:00.552" v="4564" actId="20577"/>
          <ac:spMkLst>
            <pc:docMk/>
            <pc:sldMk cId="3124228793" sldId="279"/>
            <ac:spMk id="3" creationId="{1293D9F8-18C8-4729-9A20-AE393B8A274A}"/>
          </ac:spMkLst>
        </pc:spChg>
      </pc:sldChg>
      <pc:sldChg chg="modSp new del">
        <pc:chgData name="Alexandre Lombard" userId="S::alombard@utbm.fr::d7c5578e-63c7-432d-a7d2-f1c9f6140c18" providerId="AD" clId="Web-{8953270B-46D0-FC27-1283-7E162E30E0CA}" dt="2020-08-26T06:59:36.064" v="4376"/>
        <pc:sldMkLst>
          <pc:docMk/>
          <pc:sldMk cId="2103334169" sldId="280"/>
        </pc:sldMkLst>
        <pc:spChg chg="mod">
          <ac:chgData name="Alexandre Lombard" userId="S::alombard@utbm.fr::d7c5578e-63c7-432d-a7d2-f1c9f6140c18" providerId="AD" clId="Web-{8953270B-46D0-FC27-1283-7E162E30E0CA}" dt="2020-08-26T06:56:47.575" v="4318" actId="20577"/>
          <ac:spMkLst>
            <pc:docMk/>
            <pc:sldMk cId="2103334169" sldId="280"/>
            <ac:spMk id="2" creationId="{8EF2517A-CC45-4627-8DDF-78919AA27D51}"/>
          </ac:spMkLst>
        </pc:spChg>
        <pc:spChg chg="mod">
          <ac:chgData name="Alexandre Lombard" userId="S::alombard@utbm.fr::d7c5578e-63c7-432d-a7d2-f1c9f6140c18" providerId="AD" clId="Web-{8953270B-46D0-FC27-1283-7E162E30E0CA}" dt="2020-08-26T06:56:57.076" v="4323" actId="20577"/>
          <ac:spMkLst>
            <pc:docMk/>
            <pc:sldMk cId="2103334169" sldId="280"/>
            <ac:spMk id="3" creationId="{3389FC8C-04BD-4E49-9438-95890A06758D}"/>
          </ac:spMkLst>
        </pc:spChg>
      </pc:sldChg>
      <pc:sldChg chg="modSp new">
        <pc:chgData name="Alexandre Lombard" userId="S::alombard@utbm.fr::d7c5578e-63c7-432d-a7d2-f1c9f6140c18" providerId="AD" clId="Web-{8953270B-46D0-FC27-1283-7E162E30E0CA}" dt="2020-08-26T07:03:55.179" v="4594" actId="20577"/>
        <pc:sldMkLst>
          <pc:docMk/>
          <pc:sldMk cId="1987293717" sldId="281"/>
        </pc:sldMkLst>
        <pc:spChg chg="mod">
          <ac:chgData name="Alexandre Lombard" userId="S::alombard@utbm.fr::d7c5578e-63c7-432d-a7d2-f1c9f6140c18" providerId="AD" clId="Web-{8953270B-46D0-FC27-1283-7E162E30E0CA}" dt="2020-08-26T06:57:12.935" v="4337" actId="20577"/>
          <ac:spMkLst>
            <pc:docMk/>
            <pc:sldMk cId="1987293717" sldId="281"/>
            <ac:spMk id="2" creationId="{7668ECBB-D7EB-4BB2-B68F-F5CF2CE86005}"/>
          </ac:spMkLst>
        </pc:spChg>
        <pc:spChg chg="mod">
          <ac:chgData name="Alexandre Lombard" userId="S::alombard@utbm.fr::d7c5578e-63c7-432d-a7d2-f1c9f6140c18" providerId="AD" clId="Web-{8953270B-46D0-FC27-1283-7E162E30E0CA}" dt="2020-08-26T07:03:51.961" v="4591" actId="20577"/>
          <ac:spMkLst>
            <pc:docMk/>
            <pc:sldMk cId="1987293717" sldId="281"/>
            <ac:spMk id="3" creationId="{4D3422D6-EA66-483F-8250-48ECEDB05D3C}"/>
          </ac:spMkLst>
        </pc:spChg>
        <pc:spChg chg="mod">
          <ac:chgData name="Alexandre Lombard" userId="S::alombard@utbm.fr::d7c5578e-63c7-432d-a7d2-f1c9f6140c18" providerId="AD" clId="Web-{8953270B-46D0-FC27-1283-7E162E30E0CA}" dt="2020-08-26T07:03:55.179" v="4594" actId="20577"/>
          <ac:spMkLst>
            <pc:docMk/>
            <pc:sldMk cId="1987293717" sldId="281"/>
            <ac:spMk id="4" creationId="{B298A508-F3E8-49B2-A902-D0901958DB3F}"/>
          </ac:spMkLst>
        </pc:spChg>
      </pc:sldChg>
      <pc:sldChg chg="modSp new">
        <pc:chgData name="Alexandre Lombard" userId="S::alombard@utbm.fr::d7c5578e-63c7-432d-a7d2-f1c9f6140c18" providerId="AD" clId="Web-{8953270B-46D0-FC27-1283-7E162E30E0CA}" dt="2020-08-26T08:29:00.303" v="4689" actId="20577"/>
        <pc:sldMkLst>
          <pc:docMk/>
          <pc:sldMk cId="1158588983" sldId="282"/>
        </pc:sldMkLst>
        <pc:spChg chg="mod">
          <ac:chgData name="Alexandre Lombard" userId="S::alombard@utbm.fr::d7c5578e-63c7-432d-a7d2-f1c9f6140c18" providerId="AD" clId="Web-{8953270B-46D0-FC27-1283-7E162E30E0CA}" dt="2020-08-26T08:27:21.160" v="4614" actId="20577"/>
          <ac:spMkLst>
            <pc:docMk/>
            <pc:sldMk cId="1158588983" sldId="282"/>
            <ac:spMk id="2" creationId="{E4BC2A3E-22CA-4028-BD8E-1CBAD97F2CD9}"/>
          </ac:spMkLst>
        </pc:spChg>
        <pc:spChg chg="mod">
          <ac:chgData name="Alexandre Lombard" userId="S::alombard@utbm.fr::d7c5578e-63c7-432d-a7d2-f1c9f6140c18" providerId="AD" clId="Web-{8953270B-46D0-FC27-1283-7E162E30E0CA}" dt="2020-08-26T08:29:00.303" v="4689" actId="20577"/>
          <ac:spMkLst>
            <pc:docMk/>
            <pc:sldMk cId="1158588983" sldId="282"/>
            <ac:spMk id="3" creationId="{1999C4BA-DC67-4F26-8153-54ED5033B521}"/>
          </ac:spMkLst>
        </pc:spChg>
      </pc:sldChg>
    </pc:docChg>
  </pc:docChgLst>
  <pc:docChgLst>
    <pc:chgData name="Alexandre Lombard" userId="d7c5578e-63c7-432d-a7d2-f1c9f6140c18" providerId="ADAL" clId="{01E24582-295A-4135-A7E2-67F3BE2159AE}"/>
    <pc:docChg chg="custSel addSld modSld">
      <pc:chgData name="Alexandre Lombard" userId="d7c5578e-63c7-432d-a7d2-f1c9f6140c18" providerId="ADAL" clId="{01E24582-295A-4135-A7E2-67F3BE2159AE}" dt="2020-06-22T14:05:54.160" v="2360" actId="15"/>
      <pc:docMkLst>
        <pc:docMk/>
      </pc:docMkLst>
      <pc:sldChg chg="addSp modSp">
        <pc:chgData name="Alexandre Lombard" userId="d7c5578e-63c7-432d-a7d2-f1c9f6140c18" providerId="ADAL" clId="{01E24582-295A-4135-A7E2-67F3BE2159AE}" dt="2020-06-22T14:01:18.452" v="2247" actId="1076"/>
        <pc:sldMkLst>
          <pc:docMk/>
          <pc:sldMk cId="1111636061" sldId="257"/>
        </pc:sldMkLst>
        <pc:picChg chg="add mod">
          <ac:chgData name="Alexandre Lombard" userId="d7c5578e-63c7-432d-a7d2-f1c9f6140c18" providerId="ADAL" clId="{01E24582-295A-4135-A7E2-67F3BE2159AE}" dt="2020-06-22T14:01:18.452" v="2247" actId="1076"/>
          <ac:picMkLst>
            <pc:docMk/>
            <pc:sldMk cId="1111636061" sldId="257"/>
            <ac:picMk id="5" creationId="{6C77E46B-7206-44E9-966A-8180E6B20D46}"/>
          </ac:picMkLst>
        </pc:picChg>
      </pc:sldChg>
      <pc:sldChg chg="modSp">
        <pc:chgData name="Alexandre Lombard" userId="d7c5578e-63c7-432d-a7d2-f1c9f6140c18" providerId="ADAL" clId="{01E24582-295A-4135-A7E2-67F3BE2159AE}" dt="2020-06-22T13:44:15.363" v="229" actId="20577"/>
        <pc:sldMkLst>
          <pc:docMk/>
          <pc:sldMk cId="1045107873" sldId="258"/>
        </pc:sldMkLst>
        <pc:spChg chg="mod">
          <ac:chgData name="Alexandre Lombard" userId="d7c5578e-63c7-432d-a7d2-f1c9f6140c18" providerId="ADAL" clId="{01E24582-295A-4135-A7E2-67F3BE2159AE}" dt="2020-06-22T13:42:50.430" v="43" actId="20577"/>
          <ac:spMkLst>
            <pc:docMk/>
            <pc:sldMk cId="1045107873" sldId="258"/>
            <ac:spMk id="2" creationId="{9F6AA653-658F-41C9-873F-5CCED7E07B91}"/>
          </ac:spMkLst>
        </pc:spChg>
        <pc:spChg chg="mod">
          <ac:chgData name="Alexandre Lombard" userId="d7c5578e-63c7-432d-a7d2-f1c9f6140c18" providerId="ADAL" clId="{01E24582-295A-4135-A7E2-67F3BE2159AE}" dt="2020-06-22T13:44:15.363" v="229" actId="20577"/>
          <ac:spMkLst>
            <pc:docMk/>
            <pc:sldMk cId="1045107873" sldId="258"/>
            <ac:spMk id="3" creationId="{59B1BF52-7F6B-4CC1-97E8-A64711A760CF}"/>
          </ac:spMkLst>
        </pc:spChg>
      </pc:sldChg>
      <pc:sldChg chg="modSp add">
        <pc:chgData name="Alexandre Lombard" userId="d7c5578e-63c7-432d-a7d2-f1c9f6140c18" providerId="ADAL" clId="{01E24582-295A-4135-A7E2-67F3BE2159AE}" dt="2020-06-22T13:46:56.898" v="717" actId="20577"/>
        <pc:sldMkLst>
          <pc:docMk/>
          <pc:sldMk cId="802593033" sldId="259"/>
        </pc:sldMkLst>
        <pc:spChg chg="mod">
          <ac:chgData name="Alexandre Lombard" userId="d7c5578e-63c7-432d-a7d2-f1c9f6140c18" providerId="ADAL" clId="{01E24582-295A-4135-A7E2-67F3BE2159AE}" dt="2020-06-22T13:45:14.536" v="342" actId="20577"/>
          <ac:spMkLst>
            <pc:docMk/>
            <pc:sldMk cId="802593033" sldId="259"/>
            <ac:spMk id="2" creationId="{9F6AA653-658F-41C9-873F-5CCED7E07B91}"/>
          </ac:spMkLst>
        </pc:spChg>
        <pc:spChg chg="mod">
          <ac:chgData name="Alexandre Lombard" userId="d7c5578e-63c7-432d-a7d2-f1c9f6140c18" providerId="ADAL" clId="{01E24582-295A-4135-A7E2-67F3BE2159AE}" dt="2020-06-22T13:46:56.898" v="717" actId="20577"/>
          <ac:spMkLst>
            <pc:docMk/>
            <pc:sldMk cId="802593033" sldId="259"/>
            <ac:spMk id="3" creationId="{59B1BF52-7F6B-4CC1-97E8-A64711A760CF}"/>
          </ac:spMkLst>
        </pc:spChg>
      </pc:sldChg>
      <pc:sldChg chg="modSp add">
        <pc:chgData name="Alexandre Lombard" userId="d7c5578e-63c7-432d-a7d2-f1c9f6140c18" providerId="ADAL" clId="{01E24582-295A-4135-A7E2-67F3BE2159AE}" dt="2020-06-22T13:47:51.969" v="842" actId="20577"/>
        <pc:sldMkLst>
          <pc:docMk/>
          <pc:sldMk cId="1000377018" sldId="260"/>
        </pc:sldMkLst>
        <pc:spChg chg="mod">
          <ac:chgData name="Alexandre Lombard" userId="d7c5578e-63c7-432d-a7d2-f1c9f6140c18" providerId="ADAL" clId="{01E24582-295A-4135-A7E2-67F3BE2159AE}" dt="2020-06-22T13:47:51.969" v="842" actId="20577"/>
          <ac:spMkLst>
            <pc:docMk/>
            <pc:sldMk cId="1000377018" sldId="260"/>
            <ac:spMk id="2" creationId="{9F6AA653-658F-41C9-873F-5CCED7E07B91}"/>
          </ac:spMkLst>
        </pc:spChg>
        <pc:spChg chg="mod">
          <ac:chgData name="Alexandre Lombard" userId="d7c5578e-63c7-432d-a7d2-f1c9f6140c18" providerId="ADAL" clId="{01E24582-295A-4135-A7E2-67F3BE2159AE}" dt="2020-06-22T13:47:44.226" v="834" actId="20577"/>
          <ac:spMkLst>
            <pc:docMk/>
            <pc:sldMk cId="1000377018" sldId="260"/>
            <ac:spMk id="3" creationId="{59B1BF52-7F6B-4CC1-97E8-A64711A760CF}"/>
          </ac:spMkLst>
        </pc:spChg>
      </pc:sldChg>
      <pc:sldChg chg="addSp delSp modSp add">
        <pc:chgData name="Alexandre Lombard" userId="d7c5578e-63c7-432d-a7d2-f1c9f6140c18" providerId="ADAL" clId="{01E24582-295A-4135-A7E2-67F3BE2159AE}" dt="2020-06-22T14:03:07.715" v="2251" actId="20577"/>
        <pc:sldMkLst>
          <pc:docMk/>
          <pc:sldMk cId="3261919087" sldId="261"/>
        </pc:sldMkLst>
        <pc:spChg chg="del mod">
          <ac:chgData name="Alexandre Lombard" userId="d7c5578e-63c7-432d-a7d2-f1c9f6140c18" providerId="ADAL" clId="{01E24582-295A-4135-A7E2-67F3BE2159AE}" dt="2020-06-22T14:00:07.058" v="2240"/>
          <ac:spMkLst>
            <pc:docMk/>
            <pc:sldMk cId="3261919087" sldId="261"/>
            <ac:spMk id="3" creationId="{59B1BF52-7F6B-4CC1-97E8-A64711A760CF}"/>
          </ac:spMkLst>
        </pc:spChg>
        <pc:spChg chg="add del">
          <ac:chgData name="Alexandre Lombard" userId="d7c5578e-63c7-432d-a7d2-f1c9f6140c18" providerId="ADAL" clId="{01E24582-295A-4135-A7E2-67F3BE2159AE}" dt="2020-06-22T14:00:02.530" v="2237"/>
          <ac:spMkLst>
            <pc:docMk/>
            <pc:sldMk cId="3261919087" sldId="261"/>
            <ac:spMk id="4" creationId="{88CE6532-1DDA-49B9-AE39-ECCD8AF16DFC}"/>
          </ac:spMkLst>
        </pc:spChg>
        <pc:spChg chg="add mod">
          <ac:chgData name="Alexandre Lombard" userId="d7c5578e-63c7-432d-a7d2-f1c9f6140c18" providerId="ADAL" clId="{01E24582-295A-4135-A7E2-67F3BE2159AE}" dt="2020-06-22T14:03:07.715" v="2251" actId="20577"/>
          <ac:spMkLst>
            <pc:docMk/>
            <pc:sldMk cId="3261919087" sldId="261"/>
            <ac:spMk id="5" creationId="{A24EA8A1-D065-4546-B4E4-0065D72E57EA}"/>
          </ac:spMkLst>
        </pc:spChg>
      </pc:sldChg>
      <pc:sldChg chg="modSp add">
        <pc:chgData name="Alexandre Lombard" userId="d7c5578e-63c7-432d-a7d2-f1c9f6140c18" providerId="ADAL" clId="{01E24582-295A-4135-A7E2-67F3BE2159AE}" dt="2020-06-22T13:50:10.957" v="1305" actId="113"/>
        <pc:sldMkLst>
          <pc:docMk/>
          <pc:sldMk cId="3987055276" sldId="262"/>
        </pc:sldMkLst>
        <pc:spChg chg="mod">
          <ac:chgData name="Alexandre Lombard" userId="d7c5578e-63c7-432d-a7d2-f1c9f6140c18" providerId="ADAL" clId="{01E24582-295A-4135-A7E2-67F3BE2159AE}" dt="2020-06-22T13:48:10.317" v="858" actId="20577"/>
          <ac:spMkLst>
            <pc:docMk/>
            <pc:sldMk cId="3987055276" sldId="262"/>
            <ac:spMk id="2" creationId="{9F6AA653-658F-41C9-873F-5CCED7E07B91}"/>
          </ac:spMkLst>
        </pc:spChg>
        <pc:spChg chg="mod">
          <ac:chgData name="Alexandre Lombard" userId="d7c5578e-63c7-432d-a7d2-f1c9f6140c18" providerId="ADAL" clId="{01E24582-295A-4135-A7E2-67F3BE2159AE}" dt="2020-06-22T13:50:10.957" v="1305" actId="113"/>
          <ac:spMkLst>
            <pc:docMk/>
            <pc:sldMk cId="3987055276" sldId="262"/>
            <ac:spMk id="3" creationId="{59B1BF52-7F6B-4CC1-97E8-A64711A760CF}"/>
          </ac:spMkLst>
        </pc:spChg>
      </pc:sldChg>
      <pc:sldChg chg="modSp add">
        <pc:chgData name="Alexandre Lombard" userId="d7c5578e-63c7-432d-a7d2-f1c9f6140c18" providerId="ADAL" clId="{01E24582-295A-4135-A7E2-67F3BE2159AE}" dt="2020-06-22T13:58:30.406" v="2228" actId="20577"/>
        <pc:sldMkLst>
          <pc:docMk/>
          <pc:sldMk cId="2026200058" sldId="263"/>
        </pc:sldMkLst>
        <pc:spChg chg="mod">
          <ac:chgData name="Alexandre Lombard" userId="d7c5578e-63c7-432d-a7d2-f1c9f6140c18" providerId="ADAL" clId="{01E24582-295A-4135-A7E2-67F3BE2159AE}" dt="2020-06-22T13:53:07.107" v="1553" actId="20577"/>
          <ac:spMkLst>
            <pc:docMk/>
            <pc:sldMk cId="2026200058" sldId="263"/>
            <ac:spMk id="2" creationId="{9F6AA653-658F-41C9-873F-5CCED7E07B91}"/>
          </ac:spMkLst>
        </pc:spChg>
        <pc:spChg chg="mod">
          <ac:chgData name="Alexandre Lombard" userId="d7c5578e-63c7-432d-a7d2-f1c9f6140c18" providerId="ADAL" clId="{01E24582-295A-4135-A7E2-67F3BE2159AE}" dt="2020-06-22T13:58:30.406" v="2228" actId="20577"/>
          <ac:spMkLst>
            <pc:docMk/>
            <pc:sldMk cId="2026200058" sldId="263"/>
            <ac:spMk id="3" creationId="{59B1BF52-7F6B-4CC1-97E8-A64711A760CF}"/>
          </ac:spMkLst>
        </pc:spChg>
      </pc:sldChg>
      <pc:sldChg chg="add">
        <pc:chgData name="Alexandre Lombard" userId="d7c5578e-63c7-432d-a7d2-f1c9f6140c18" providerId="ADAL" clId="{01E24582-295A-4135-A7E2-67F3BE2159AE}" dt="2020-06-22T13:58:43.743" v="2229"/>
        <pc:sldMkLst>
          <pc:docMk/>
          <pc:sldMk cId="3285483337" sldId="264"/>
        </pc:sldMkLst>
      </pc:sldChg>
      <pc:sldChg chg="addSp delSp modSp new">
        <pc:chgData name="Alexandre Lombard" userId="d7c5578e-63c7-432d-a7d2-f1c9f6140c18" providerId="ADAL" clId="{01E24582-295A-4135-A7E2-67F3BE2159AE}" dt="2020-06-22T14:02:11.695" v="2250" actId="20577"/>
        <pc:sldMkLst>
          <pc:docMk/>
          <pc:sldMk cId="503193383" sldId="265"/>
        </pc:sldMkLst>
        <pc:spChg chg="mod">
          <ac:chgData name="Alexandre Lombard" userId="d7c5578e-63c7-432d-a7d2-f1c9f6140c18" providerId="ADAL" clId="{01E24582-295A-4135-A7E2-67F3BE2159AE}" dt="2020-06-22T13:59:30.783" v="2234" actId="20577"/>
          <ac:spMkLst>
            <pc:docMk/>
            <pc:sldMk cId="503193383" sldId="265"/>
            <ac:spMk id="2" creationId="{126A1DFF-7A48-4B22-9CDD-06C3DE0B0C51}"/>
          </ac:spMkLst>
        </pc:spChg>
        <pc:spChg chg="del">
          <ac:chgData name="Alexandre Lombard" userId="d7c5578e-63c7-432d-a7d2-f1c9f6140c18" providerId="ADAL" clId="{01E24582-295A-4135-A7E2-67F3BE2159AE}" dt="2020-06-22T13:59:24.430" v="2231"/>
          <ac:spMkLst>
            <pc:docMk/>
            <pc:sldMk cId="503193383" sldId="265"/>
            <ac:spMk id="3" creationId="{8715426E-32FF-4A3A-A108-EC3D3E0AA36C}"/>
          </ac:spMkLst>
        </pc:spChg>
        <pc:spChg chg="add mod">
          <ac:chgData name="Alexandre Lombard" userId="d7c5578e-63c7-432d-a7d2-f1c9f6140c18" providerId="ADAL" clId="{01E24582-295A-4135-A7E2-67F3BE2159AE}" dt="2020-06-22T14:02:11.695" v="2250" actId="20577"/>
          <ac:spMkLst>
            <pc:docMk/>
            <pc:sldMk cId="503193383" sldId="265"/>
            <ac:spMk id="4" creationId="{C06922B5-FB9E-401E-9221-C91628B0396D}"/>
          </ac:spMkLst>
        </pc:spChg>
      </pc:sldChg>
      <pc:sldChg chg="modSp add">
        <pc:chgData name="Alexandre Lombard" userId="d7c5578e-63c7-432d-a7d2-f1c9f6140c18" providerId="ADAL" clId="{01E24582-295A-4135-A7E2-67F3BE2159AE}" dt="2020-06-22T14:05:54.160" v="2360" actId="15"/>
        <pc:sldMkLst>
          <pc:docMk/>
          <pc:sldMk cId="182357677" sldId="266"/>
        </pc:sldMkLst>
        <pc:spChg chg="mod">
          <ac:chgData name="Alexandre Lombard" userId="d7c5578e-63c7-432d-a7d2-f1c9f6140c18" providerId="ADAL" clId="{01E24582-295A-4135-A7E2-67F3BE2159AE}" dt="2020-06-22T14:05:54.160" v="2360" actId="15"/>
          <ac:spMkLst>
            <pc:docMk/>
            <pc:sldMk cId="182357677" sldId="266"/>
            <ac:spMk id="3" creationId="{59B1BF52-7F6B-4CC1-97E8-A64711A760CF}"/>
          </ac:spMkLst>
        </pc:spChg>
      </pc:sldChg>
    </pc:docChg>
  </pc:docChgLst>
  <pc:docChgLst>
    <pc:chgData name="Alexandre Lombard" userId="d7c5578e-63c7-432d-a7d2-f1c9f6140c18" providerId="ADAL" clId="{9A14193D-FD8E-4826-872B-E25C018E1CD0}"/>
    <pc:docChg chg="undo custSel addSld modSld">
      <pc:chgData name="Alexandre Lombard" userId="d7c5578e-63c7-432d-a7d2-f1c9f6140c18" providerId="ADAL" clId="{9A14193D-FD8E-4826-872B-E25C018E1CD0}" dt="2020-10-08T07:32:38.592" v="853" actId="20577"/>
      <pc:docMkLst>
        <pc:docMk/>
      </pc:docMkLst>
      <pc:sldChg chg="modSp">
        <pc:chgData name="Alexandre Lombard" userId="d7c5578e-63c7-432d-a7d2-f1c9f6140c18" providerId="ADAL" clId="{9A14193D-FD8E-4826-872B-E25C018E1CD0}" dt="2020-10-08T07:25:28.857" v="328" actId="20577"/>
        <pc:sldMkLst>
          <pc:docMk/>
          <pc:sldMk cId="4011821348" sldId="275"/>
        </pc:sldMkLst>
        <pc:spChg chg="mod">
          <ac:chgData name="Alexandre Lombard" userId="d7c5578e-63c7-432d-a7d2-f1c9f6140c18" providerId="ADAL" clId="{9A14193D-FD8E-4826-872B-E25C018E1CD0}" dt="2020-10-08T07:25:28.857" v="328" actId="20577"/>
          <ac:spMkLst>
            <pc:docMk/>
            <pc:sldMk cId="4011821348" sldId="275"/>
            <ac:spMk id="3" creationId="{8FC728FB-EFAD-4318-B57E-92320F8580C7}"/>
          </ac:spMkLst>
        </pc:spChg>
      </pc:sldChg>
      <pc:sldChg chg="modSp">
        <pc:chgData name="Alexandre Lombard" userId="d7c5578e-63c7-432d-a7d2-f1c9f6140c18" providerId="ADAL" clId="{9A14193D-FD8E-4826-872B-E25C018E1CD0}" dt="2020-10-08T06:35:20.598" v="37" actId="20577"/>
        <pc:sldMkLst>
          <pc:docMk/>
          <pc:sldMk cId="1681559376" sldId="276"/>
        </pc:sldMkLst>
        <pc:spChg chg="mod">
          <ac:chgData name="Alexandre Lombard" userId="d7c5578e-63c7-432d-a7d2-f1c9f6140c18" providerId="ADAL" clId="{9A14193D-FD8E-4826-872B-E25C018E1CD0}" dt="2020-10-08T06:35:20.598" v="37" actId="20577"/>
          <ac:spMkLst>
            <pc:docMk/>
            <pc:sldMk cId="1681559376" sldId="276"/>
            <ac:spMk id="3" creationId="{8FC728FB-EFAD-4318-B57E-92320F8580C7}"/>
          </ac:spMkLst>
        </pc:spChg>
      </pc:sldChg>
      <pc:sldChg chg="modSp">
        <pc:chgData name="Alexandre Lombard" userId="d7c5578e-63c7-432d-a7d2-f1c9f6140c18" providerId="ADAL" clId="{9A14193D-FD8E-4826-872B-E25C018E1CD0}" dt="2020-10-08T07:11:55.123" v="48"/>
        <pc:sldMkLst>
          <pc:docMk/>
          <pc:sldMk cId="1158588983" sldId="282"/>
        </pc:sldMkLst>
        <pc:spChg chg="mod">
          <ac:chgData name="Alexandre Lombard" userId="d7c5578e-63c7-432d-a7d2-f1c9f6140c18" providerId="ADAL" clId="{9A14193D-FD8E-4826-872B-E25C018E1CD0}" dt="2020-10-08T07:11:55.123" v="48"/>
          <ac:spMkLst>
            <pc:docMk/>
            <pc:sldMk cId="1158588983" sldId="282"/>
            <ac:spMk id="3" creationId="{1999C4BA-DC67-4F26-8153-54ED5033B521}"/>
          </ac:spMkLst>
        </pc:spChg>
      </pc:sldChg>
      <pc:sldChg chg="addSp delSp modSp add">
        <pc:chgData name="Alexandre Lombard" userId="d7c5578e-63c7-432d-a7d2-f1c9f6140c18" providerId="ADAL" clId="{9A14193D-FD8E-4826-872B-E25C018E1CD0}" dt="2020-10-08T07:32:38.592" v="853" actId="20577"/>
        <pc:sldMkLst>
          <pc:docMk/>
          <pc:sldMk cId="3703584414" sldId="286"/>
        </pc:sldMkLst>
        <pc:spChg chg="mod">
          <ac:chgData name="Alexandre Lombard" userId="d7c5578e-63c7-432d-a7d2-f1c9f6140c18" providerId="ADAL" clId="{9A14193D-FD8E-4826-872B-E25C018E1CD0}" dt="2020-10-08T07:22:28.769" v="53" actId="20577"/>
          <ac:spMkLst>
            <pc:docMk/>
            <pc:sldMk cId="3703584414" sldId="286"/>
            <ac:spMk id="2" creationId="{E4BC2A3E-22CA-4028-BD8E-1CBAD97F2CD9}"/>
          </ac:spMkLst>
        </pc:spChg>
        <pc:spChg chg="mod">
          <ac:chgData name="Alexandre Lombard" userId="d7c5578e-63c7-432d-a7d2-f1c9f6140c18" providerId="ADAL" clId="{9A14193D-FD8E-4826-872B-E25C018E1CD0}" dt="2020-10-08T07:32:38.592" v="853" actId="20577"/>
          <ac:spMkLst>
            <pc:docMk/>
            <pc:sldMk cId="3703584414" sldId="286"/>
            <ac:spMk id="3" creationId="{1999C4BA-DC67-4F26-8153-54ED5033B521}"/>
          </ac:spMkLst>
        </pc:spChg>
        <pc:spChg chg="add del">
          <ac:chgData name="Alexandre Lombard" userId="d7c5578e-63c7-432d-a7d2-f1c9f6140c18" providerId="ADAL" clId="{9A14193D-FD8E-4826-872B-E25C018E1CD0}" dt="2020-10-08T07:24:38.295" v="245"/>
          <ac:spMkLst>
            <pc:docMk/>
            <pc:sldMk cId="3703584414" sldId="286"/>
            <ac:spMk id="4" creationId="{03B155FD-EBC3-437C-924F-AE9F764022CA}"/>
          </ac:spMkLst>
        </pc:spChg>
        <pc:spChg chg="del">
          <ac:chgData name="Alexandre Lombard" userId="d7c5578e-63c7-432d-a7d2-f1c9f6140c18" providerId="ADAL" clId="{9A14193D-FD8E-4826-872B-E25C018E1CD0}" dt="2020-10-08T07:22:39.400" v="62" actId="478"/>
          <ac:spMkLst>
            <pc:docMk/>
            <pc:sldMk cId="3703584414" sldId="286"/>
            <ac:spMk id="8" creationId="{D2377F82-BDF4-4835-A294-179EE55DF378}"/>
          </ac:spMkLst>
        </pc:spChg>
        <pc:spChg chg="del">
          <ac:chgData name="Alexandre Lombard" userId="d7c5578e-63c7-432d-a7d2-f1c9f6140c18" providerId="ADAL" clId="{9A14193D-FD8E-4826-872B-E25C018E1CD0}" dt="2020-10-08T07:22:43.057" v="64" actId="478"/>
          <ac:spMkLst>
            <pc:docMk/>
            <pc:sldMk cId="3703584414" sldId="286"/>
            <ac:spMk id="9" creationId="{2648990C-AB98-4D46-BEAC-B515ED3F0562}"/>
          </ac:spMkLst>
        </pc:spChg>
        <pc:spChg chg="del">
          <ac:chgData name="Alexandre Lombard" userId="d7c5578e-63c7-432d-a7d2-f1c9f6140c18" providerId="ADAL" clId="{9A14193D-FD8E-4826-872B-E25C018E1CD0}" dt="2020-10-08T07:22:43.057" v="64" actId="478"/>
          <ac:spMkLst>
            <pc:docMk/>
            <pc:sldMk cId="3703584414" sldId="286"/>
            <ac:spMk id="10" creationId="{178DBB14-D2C8-4AD2-82E1-C23C84878C25}"/>
          </ac:spMkLst>
        </pc:spChg>
        <pc:spChg chg="del">
          <ac:chgData name="Alexandre Lombard" userId="d7c5578e-63c7-432d-a7d2-f1c9f6140c18" providerId="ADAL" clId="{9A14193D-FD8E-4826-872B-E25C018E1CD0}" dt="2020-10-08T07:22:41.676" v="63" actId="478"/>
          <ac:spMkLst>
            <pc:docMk/>
            <pc:sldMk cId="3703584414" sldId="286"/>
            <ac:spMk id="11" creationId="{54F73D36-0B99-4A95-AD7A-2D34E83A76DD}"/>
          </ac:spMkLst>
        </pc:spChg>
        <pc:spChg chg="del">
          <ac:chgData name="Alexandre Lombard" userId="d7c5578e-63c7-432d-a7d2-f1c9f6140c18" providerId="ADAL" clId="{9A14193D-FD8E-4826-872B-E25C018E1CD0}" dt="2020-10-08T07:22:43.057" v="64" actId="478"/>
          <ac:spMkLst>
            <pc:docMk/>
            <pc:sldMk cId="3703584414" sldId="286"/>
            <ac:spMk id="12" creationId="{81E13FCD-9E4E-4B04-9411-87F640869D38}"/>
          </ac:spMkLst>
        </pc:spChg>
        <pc:spChg chg="del">
          <ac:chgData name="Alexandre Lombard" userId="d7c5578e-63c7-432d-a7d2-f1c9f6140c18" providerId="ADAL" clId="{9A14193D-FD8E-4826-872B-E25C018E1CD0}" dt="2020-10-08T07:22:47.595" v="66" actId="478"/>
          <ac:spMkLst>
            <pc:docMk/>
            <pc:sldMk cId="3703584414" sldId="286"/>
            <ac:spMk id="13" creationId="{A1E4112D-EC06-4E0C-B10F-6DA6699D8CF8}"/>
          </ac:spMkLst>
        </pc:spChg>
        <pc:spChg chg="del">
          <ac:chgData name="Alexandre Lombard" userId="d7c5578e-63c7-432d-a7d2-f1c9f6140c18" providerId="ADAL" clId="{9A14193D-FD8E-4826-872B-E25C018E1CD0}" dt="2020-10-08T07:22:45.104" v="65" actId="478"/>
          <ac:spMkLst>
            <pc:docMk/>
            <pc:sldMk cId="3703584414" sldId="286"/>
            <ac:spMk id="14" creationId="{5E3074AD-411F-47BE-8050-E56A46081797}"/>
          </ac:spMkLst>
        </pc:spChg>
        <pc:spChg chg="del">
          <ac:chgData name="Alexandre Lombard" userId="d7c5578e-63c7-432d-a7d2-f1c9f6140c18" providerId="ADAL" clId="{9A14193D-FD8E-4826-872B-E25C018E1CD0}" dt="2020-10-08T07:22:45.104" v="65" actId="478"/>
          <ac:spMkLst>
            <pc:docMk/>
            <pc:sldMk cId="3703584414" sldId="286"/>
            <ac:spMk id="16" creationId="{B7902F3E-0E0A-42FD-8675-95BB6AC5873B}"/>
          </ac:spMkLst>
        </pc:spChg>
        <pc:spChg chg="del">
          <ac:chgData name="Alexandre Lombard" userId="d7c5578e-63c7-432d-a7d2-f1c9f6140c18" providerId="ADAL" clId="{9A14193D-FD8E-4826-872B-E25C018E1CD0}" dt="2020-10-08T07:22:45.104" v="65" actId="478"/>
          <ac:spMkLst>
            <pc:docMk/>
            <pc:sldMk cId="3703584414" sldId="286"/>
            <ac:spMk id="18" creationId="{B26307D5-BF05-4031-8244-A4522BE3AC6D}"/>
          </ac:spMkLst>
        </pc:spChg>
        <pc:spChg chg="del">
          <ac:chgData name="Alexandre Lombard" userId="d7c5578e-63c7-432d-a7d2-f1c9f6140c18" providerId="ADAL" clId="{9A14193D-FD8E-4826-872B-E25C018E1CD0}" dt="2020-10-08T07:22:45.104" v="65" actId="478"/>
          <ac:spMkLst>
            <pc:docMk/>
            <pc:sldMk cId="3703584414" sldId="286"/>
            <ac:spMk id="19" creationId="{738ABFD4-0669-487A-ABDB-DD2CE24A11AC}"/>
          </ac:spMkLst>
        </pc:spChg>
      </pc:sldChg>
      <pc:sldChg chg="modSp add">
        <pc:chgData name="Alexandre Lombard" userId="d7c5578e-63c7-432d-a7d2-f1c9f6140c18" providerId="ADAL" clId="{9A14193D-FD8E-4826-872B-E25C018E1CD0}" dt="2020-10-08T07:28:05.341" v="547" actId="113"/>
        <pc:sldMkLst>
          <pc:docMk/>
          <pc:sldMk cId="578817757" sldId="287"/>
        </pc:sldMkLst>
        <pc:spChg chg="mod">
          <ac:chgData name="Alexandre Lombard" userId="d7c5578e-63c7-432d-a7d2-f1c9f6140c18" providerId="ADAL" clId="{9A14193D-FD8E-4826-872B-E25C018E1CD0}" dt="2020-10-08T07:28:05.341" v="547" actId="113"/>
          <ac:spMkLst>
            <pc:docMk/>
            <pc:sldMk cId="578817757" sldId="287"/>
            <ac:spMk id="3" creationId="{8FC728FB-EFAD-4318-B57E-92320F8580C7}"/>
          </ac:spMkLst>
        </pc:spChg>
      </pc:sldChg>
      <pc:sldChg chg="addSp delSp modSp add">
        <pc:chgData name="Alexandre Lombard" userId="d7c5578e-63c7-432d-a7d2-f1c9f6140c18" providerId="ADAL" clId="{9A14193D-FD8E-4826-872B-E25C018E1CD0}" dt="2020-10-08T07:31:13.458" v="801" actId="113"/>
        <pc:sldMkLst>
          <pc:docMk/>
          <pc:sldMk cId="4075725718" sldId="288"/>
        </pc:sldMkLst>
        <pc:spChg chg="mod">
          <ac:chgData name="Alexandre Lombard" userId="d7c5578e-63c7-432d-a7d2-f1c9f6140c18" providerId="ADAL" clId="{9A14193D-FD8E-4826-872B-E25C018E1CD0}" dt="2020-10-08T07:31:13.458" v="801" actId="113"/>
          <ac:spMkLst>
            <pc:docMk/>
            <pc:sldMk cId="4075725718" sldId="288"/>
            <ac:spMk id="3" creationId="{8FC728FB-EFAD-4318-B57E-92320F8580C7}"/>
          </ac:spMkLst>
        </pc:spChg>
        <pc:spChg chg="add del">
          <ac:chgData name="Alexandre Lombard" userId="d7c5578e-63c7-432d-a7d2-f1c9f6140c18" providerId="ADAL" clId="{9A14193D-FD8E-4826-872B-E25C018E1CD0}" dt="2020-10-08T07:29:27.919" v="637"/>
          <ac:spMkLst>
            <pc:docMk/>
            <pc:sldMk cId="4075725718" sldId="288"/>
            <ac:spMk id="4" creationId="{D7658415-8F4A-4B88-96D0-1D5B625B108C}"/>
          </ac:spMkLst>
        </pc:spChg>
      </pc:sldChg>
    </pc:docChg>
  </pc:docChgLst>
  <pc:docChgLst>
    <pc:chgData name="Alexandre Lombard" userId="S::alombard@utbm.fr::d7c5578e-63c7-432d-a7d2-f1c9f6140c18" providerId="AD" clId="Web-{C979572D-834D-914F-8578-733DF72C157B}"/>
    <pc:docChg chg="addSld delSld modSld">
      <pc:chgData name="Alexandre Lombard" userId="S::alombard@utbm.fr::d7c5578e-63c7-432d-a7d2-f1c9f6140c18" providerId="AD" clId="Web-{C979572D-834D-914F-8578-733DF72C157B}" dt="2020-08-26T09:23:13.423" v="2089" actId="20577"/>
      <pc:docMkLst>
        <pc:docMk/>
      </pc:docMkLst>
      <pc:sldChg chg="addSp delSp modSp">
        <pc:chgData name="Alexandre Lombard" userId="S::alombard@utbm.fr::d7c5578e-63c7-432d-a7d2-f1c9f6140c18" providerId="AD" clId="Web-{C979572D-834D-914F-8578-733DF72C157B}" dt="2020-08-26T09:14:25.611" v="1974" actId="20577"/>
        <pc:sldMkLst>
          <pc:docMk/>
          <pc:sldMk cId="1158588983" sldId="282"/>
        </pc:sldMkLst>
        <pc:spChg chg="mod">
          <ac:chgData name="Alexandre Lombard" userId="S::alombard@utbm.fr::d7c5578e-63c7-432d-a7d2-f1c9f6140c18" providerId="AD" clId="Web-{C979572D-834D-914F-8578-733DF72C157B}" dt="2020-08-26T09:14:25.611" v="1974" actId="20577"/>
          <ac:spMkLst>
            <pc:docMk/>
            <pc:sldMk cId="1158588983" sldId="282"/>
            <ac:spMk id="3" creationId="{1999C4BA-DC67-4F26-8153-54ED5033B521}"/>
          </ac:spMkLst>
        </pc:spChg>
        <pc:spChg chg="add del mod">
          <ac:chgData name="Alexandre Lombard" userId="S::alombard@utbm.fr::d7c5578e-63c7-432d-a7d2-f1c9f6140c18" providerId="AD" clId="Web-{C979572D-834D-914F-8578-733DF72C157B}" dt="2020-08-26T08:35:22.563" v="347"/>
          <ac:spMkLst>
            <pc:docMk/>
            <pc:sldMk cId="1158588983" sldId="282"/>
            <ac:spMk id="4" creationId="{929B2AA0-479E-453D-B67B-B0D3E34BBC00}"/>
          </ac:spMkLst>
        </pc:spChg>
        <pc:spChg chg="add del mod">
          <ac:chgData name="Alexandre Lombard" userId="S::alombard@utbm.fr::d7c5578e-63c7-432d-a7d2-f1c9f6140c18" providerId="AD" clId="Web-{C979572D-834D-914F-8578-733DF72C157B}" dt="2020-08-26T08:37:41.926" v="377"/>
          <ac:spMkLst>
            <pc:docMk/>
            <pc:sldMk cId="1158588983" sldId="282"/>
            <ac:spMk id="6" creationId="{8B4FB6AC-18D4-4EE9-8DD6-3038B1887645}"/>
          </ac:spMkLst>
        </pc:spChg>
        <pc:spChg chg="add del mod">
          <ac:chgData name="Alexandre Lombard" userId="S::alombard@utbm.fr::d7c5578e-63c7-432d-a7d2-f1c9f6140c18" providerId="AD" clId="Web-{C979572D-834D-914F-8578-733DF72C157B}" dt="2020-08-26T08:37:41.286" v="376"/>
          <ac:spMkLst>
            <pc:docMk/>
            <pc:sldMk cId="1158588983" sldId="282"/>
            <ac:spMk id="7" creationId="{26A6DDCA-18F5-4E97-8C4E-81E43EABD9C3}"/>
          </ac:spMkLst>
        </pc:spChg>
        <pc:spChg chg="add mod">
          <ac:chgData name="Alexandre Lombard" userId="S::alombard@utbm.fr::d7c5578e-63c7-432d-a7d2-f1c9f6140c18" providerId="AD" clId="Web-{C979572D-834D-914F-8578-733DF72C157B}" dt="2020-08-26T08:38:06.615" v="381" actId="14100"/>
          <ac:spMkLst>
            <pc:docMk/>
            <pc:sldMk cId="1158588983" sldId="282"/>
            <ac:spMk id="8" creationId="{D2377F82-BDF4-4835-A294-179EE55DF378}"/>
          </ac:spMkLst>
        </pc:spChg>
        <pc:spChg chg="add mod">
          <ac:chgData name="Alexandre Lombard" userId="S::alombard@utbm.fr::d7c5578e-63c7-432d-a7d2-f1c9f6140c18" providerId="AD" clId="Web-{C979572D-834D-914F-8578-733DF72C157B}" dt="2020-08-26T08:38:32.615" v="384" actId="14100"/>
          <ac:spMkLst>
            <pc:docMk/>
            <pc:sldMk cId="1158588983" sldId="282"/>
            <ac:spMk id="9" creationId="{2648990C-AB98-4D46-BEAC-B515ED3F0562}"/>
          </ac:spMkLst>
        </pc:spChg>
        <pc:spChg chg="add mod">
          <ac:chgData name="Alexandre Lombard" userId="S::alombard@utbm.fr::d7c5578e-63c7-432d-a7d2-f1c9f6140c18" providerId="AD" clId="Web-{C979572D-834D-914F-8578-733DF72C157B}" dt="2020-08-26T08:38:39.491" v="387" actId="14100"/>
          <ac:spMkLst>
            <pc:docMk/>
            <pc:sldMk cId="1158588983" sldId="282"/>
            <ac:spMk id="10" creationId="{178DBB14-D2C8-4AD2-82E1-C23C84878C25}"/>
          </ac:spMkLst>
        </pc:spChg>
        <pc:spChg chg="add mod">
          <ac:chgData name="Alexandre Lombard" userId="S::alombard@utbm.fr::d7c5578e-63c7-432d-a7d2-f1c9f6140c18" providerId="AD" clId="Web-{C979572D-834D-914F-8578-733DF72C157B}" dt="2020-08-26T08:39:18.648" v="419" actId="1076"/>
          <ac:spMkLst>
            <pc:docMk/>
            <pc:sldMk cId="1158588983" sldId="282"/>
            <ac:spMk id="11" creationId="{54F73D36-0B99-4A95-AD7A-2D34E83A76DD}"/>
          </ac:spMkLst>
        </pc:spChg>
        <pc:spChg chg="add mod">
          <ac:chgData name="Alexandre Lombard" userId="S::alombard@utbm.fr::d7c5578e-63c7-432d-a7d2-f1c9f6140c18" providerId="AD" clId="Web-{C979572D-834D-914F-8578-733DF72C157B}" dt="2020-08-26T08:39:39.289" v="448" actId="1076"/>
          <ac:spMkLst>
            <pc:docMk/>
            <pc:sldMk cId="1158588983" sldId="282"/>
            <ac:spMk id="12" creationId="{81E13FCD-9E4E-4B04-9411-87F640869D38}"/>
          </ac:spMkLst>
        </pc:spChg>
        <pc:spChg chg="add mod">
          <ac:chgData name="Alexandre Lombard" userId="S::alombard@utbm.fr::d7c5578e-63c7-432d-a7d2-f1c9f6140c18" providerId="AD" clId="Web-{C979572D-834D-914F-8578-733DF72C157B}" dt="2020-08-26T08:39:51.258" v="461" actId="20577"/>
          <ac:spMkLst>
            <pc:docMk/>
            <pc:sldMk cId="1158588983" sldId="282"/>
            <ac:spMk id="13" creationId="{A1E4112D-EC06-4E0C-B10F-6DA6699D8CF8}"/>
          </ac:spMkLst>
        </pc:spChg>
        <pc:spChg chg="add mod">
          <ac:chgData name="Alexandre Lombard" userId="S::alombard@utbm.fr::d7c5578e-63c7-432d-a7d2-f1c9f6140c18" providerId="AD" clId="Web-{C979572D-834D-914F-8578-733DF72C157B}" dt="2020-08-26T08:41:26.386" v="496" actId="1076"/>
          <ac:spMkLst>
            <pc:docMk/>
            <pc:sldMk cId="1158588983" sldId="282"/>
            <ac:spMk id="14" creationId="{5E3074AD-411F-47BE-8050-E56A46081797}"/>
          </ac:spMkLst>
        </pc:spChg>
        <pc:spChg chg="add del">
          <ac:chgData name="Alexandre Lombard" userId="S::alombard@utbm.fr::d7c5578e-63c7-432d-a7d2-f1c9f6140c18" providerId="AD" clId="Web-{C979572D-834D-914F-8578-733DF72C157B}" dt="2020-08-26T08:40:25.931" v="468"/>
          <ac:spMkLst>
            <pc:docMk/>
            <pc:sldMk cId="1158588983" sldId="282"/>
            <ac:spMk id="15" creationId="{4B5283BF-23F4-48F2-AAB1-1785F5139EC6}"/>
          </ac:spMkLst>
        </pc:spChg>
        <pc:spChg chg="add mod">
          <ac:chgData name="Alexandre Lombard" userId="S::alombard@utbm.fr::d7c5578e-63c7-432d-a7d2-f1c9f6140c18" providerId="AD" clId="Web-{C979572D-834D-914F-8578-733DF72C157B}" dt="2020-08-26T08:42:39.044" v="573" actId="1076"/>
          <ac:spMkLst>
            <pc:docMk/>
            <pc:sldMk cId="1158588983" sldId="282"/>
            <ac:spMk id="16" creationId="{B7902F3E-0E0A-42FD-8675-95BB6AC5873B}"/>
          </ac:spMkLst>
        </pc:spChg>
        <pc:spChg chg="add del mod ord">
          <ac:chgData name="Alexandre Lombard" userId="S::alombard@utbm.fr::d7c5578e-63c7-432d-a7d2-f1c9f6140c18" providerId="AD" clId="Web-{C979572D-834D-914F-8578-733DF72C157B}" dt="2020-08-26T08:42:01.793" v="504"/>
          <ac:spMkLst>
            <pc:docMk/>
            <pc:sldMk cId="1158588983" sldId="282"/>
            <ac:spMk id="17" creationId="{EEC55EEA-4BF3-46AC-A154-FE7EA4A21132}"/>
          </ac:spMkLst>
        </pc:spChg>
        <pc:spChg chg="add mod">
          <ac:chgData name="Alexandre Lombard" userId="S::alombard@utbm.fr::d7c5578e-63c7-432d-a7d2-f1c9f6140c18" providerId="AD" clId="Web-{C979572D-834D-914F-8578-733DF72C157B}" dt="2020-08-26T08:44:02.108" v="605" actId="14100"/>
          <ac:spMkLst>
            <pc:docMk/>
            <pc:sldMk cId="1158588983" sldId="282"/>
            <ac:spMk id="18" creationId="{B26307D5-BF05-4031-8244-A4522BE3AC6D}"/>
          </ac:spMkLst>
        </pc:spChg>
        <pc:spChg chg="add mod">
          <ac:chgData name="Alexandre Lombard" userId="S::alombard@utbm.fr::d7c5578e-63c7-432d-a7d2-f1c9f6140c18" providerId="AD" clId="Web-{C979572D-834D-914F-8578-733DF72C157B}" dt="2020-08-26T08:45:12.579" v="718" actId="1076"/>
          <ac:spMkLst>
            <pc:docMk/>
            <pc:sldMk cId="1158588983" sldId="282"/>
            <ac:spMk id="19" creationId="{738ABFD4-0669-487A-ABDB-DD2CE24A11AC}"/>
          </ac:spMkLst>
        </pc:spChg>
        <pc:cxnChg chg="add del mod">
          <ac:chgData name="Alexandre Lombard" userId="S::alombard@utbm.fr::d7c5578e-63c7-432d-a7d2-f1c9f6140c18" providerId="AD" clId="Web-{C979572D-834D-914F-8578-733DF72C157B}" dt="2020-08-26T08:36:33.847" v="354"/>
          <ac:cxnSpMkLst>
            <pc:docMk/>
            <pc:sldMk cId="1158588983" sldId="282"/>
            <ac:cxnSpMk id="5" creationId="{5524AC1B-72BD-4048-90C1-09501BCC1E42}"/>
          </ac:cxnSpMkLst>
        </pc:cxnChg>
      </pc:sldChg>
      <pc:sldChg chg="modSp new">
        <pc:chgData name="Alexandre Lombard" userId="S::alombard@utbm.fr::d7c5578e-63c7-432d-a7d2-f1c9f6140c18" providerId="AD" clId="Web-{C979572D-834D-914F-8578-733DF72C157B}" dt="2020-08-26T09:23:13.423" v="2088" actId="20577"/>
        <pc:sldMkLst>
          <pc:docMk/>
          <pc:sldMk cId="31468623" sldId="283"/>
        </pc:sldMkLst>
        <pc:spChg chg="mod">
          <ac:chgData name="Alexandre Lombard" userId="S::alombard@utbm.fr::d7c5578e-63c7-432d-a7d2-f1c9f6140c18" providerId="AD" clId="Web-{C979572D-834D-914F-8578-733DF72C157B}" dt="2020-08-26T08:46:31.191" v="743" actId="20577"/>
          <ac:spMkLst>
            <pc:docMk/>
            <pc:sldMk cId="31468623" sldId="283"/>
            <ac:spMk id="2" creationId="{44C7F695-D969-48A8-9E7B-10F95303ACD5}"/>
          </ac:spMkLst>
        </pc:spChg>
        <pc:spChg chg="mod">
          <ac:chgData name="Alexandre Lombard" userId="S::alombard@utbm.fr::d7c5578e-63c7-432d-a7d2-f1c9f6140c18" providerId="AD" clId="Web-{C979572D-834D-914F-8578-733DF72C157B}" dt="2020-08-26T09:23:13.423" v="2088" actId="20577"/>
          <ac:spMkLst>
            <pc:docMk/>
            <pc:sldMk cId="31468623" sldId="283"/>
            <ac:spMk id="3" creationId="{3DD50620-33B5-4F1D-8683-83B911A60104}"/>
          </ac:spMkLst>
        </pc:spChg>
      </pc:sldChg>
      <pc:sldChg chg="modSp add replId">
        <pc:chgData name="Alexandre Lombard" userId="S::alombard@utbm.fr::d7c5578e-63c7-432d-a7d2-f1c9f6140c18" providerId="AD" clId="Web-{C979572D-834D-914F-8578-733DF72C157B}" dt="2020-08-26T09:02:00.013" v="1341" actId="20577"/>
        <pc:sldMkLst>
          <pc:docMk/>
          <pc:sldMk cId="326572382" sldId="284"/>
        </pc:sldMkLst>
        <pc:spChg chg="mod">
          <ac:chgData name="Alexandre Lombard" userId="S::alombard@utbm.fr::d7c5578e-63c7-432d-a7d2-f1c9f6140c18" providerId="AD" clId="Web-{C979572D-834D-914F-8578-733DF72C157B}" dt="2020-08-26T09:02:00.013" v="1341" actId="20577"/>
          <ac:spMkLst>
            <pc:docMk/>
            <pc:sldMk cId="326572382" sldId="284"/>
            <ac:spMk id="3" creationId="{3DD50620-33B5-4F1D-8683-83B911A60104}"/>
          </ac:spMkLst>
        </pc:spChg>
      </pc:sldChg>
      <pc:sldChg chg="modSp add replId">
        <pc:chgData name="Alexandre Lombard" userId="S::alombard@utbm.fr::d7c5578e-63c7-432d-a7d2-f1c9f6140c18" providerId="AD" clId="Web-{C979572D-834D-914F-8578-733DF72C157B}" dt="2020-08-26T09:10:06.870" v="1965" actId="20577"/>
        <pc:sldMkLst>
          <pc:docMk/>
          <pc:sldMk cId="2982595556" sldId="285"/>
        </pc:sldMkLst>
        <pc:spChg chg="mod">
          <ac:chgData name="Alexandre Lombard" userId="S::alombard@utbm.fr::d7c5578e-63c7-432d-a7d2-f1c9f6140c18" providerId="AD" clId="Web-{C979572D-834D-914F-8578-733DF72C157B}" dt="2020-08-26T09:02:08.122" v="1344" actId="20577"/>
          <ac:spMkLst>
            <pc:docMk/>
            <pc:sldMk cId="2982595556" sldId="285"/>
            <ac:spMk id="2" creationId="{44C7F695-D969-48A8-9E7B-10F95303ACD5}"/>
          </ac:spMkLst>
        </pc:spChg>
        <pc:spChg chg="mod">
          <ac:chgData name="Alexandre Lombard" userId="S::alombard@utbm.fr::d7c5578e-63c7-432d-a7d2-f1c9f6140c18" providerId="AD" clId="Web-{C979572D-834D-914F-8578-733DF72C157B}" dt="2020-08-26T09:10:06.870" v="1965" actId="20577"/>
          <ac:spMkLst>
            <pc:docMk/>
            <pc:sldMk cId="2982595556" sldId="285"/>
            <ac:spMk id="3" creationId="{3DD50620-33B5-4F1D-8683-83B911A60104}"/>
          </ac:spMkLst>
        </pc:spChg>
      </pc:sldChg>
      <pc:sldChg chg="modSp add del replId">
        <pc:chgData name="Alexandre Lombard" userId="S::alombard@utbm.fr::d7c5578e-63c7-432d-a7d2-f1c9f6140c18" providerId="AD" clId="Web-{C979572D-834D-914F-8578-733DF72C157B}" dt="2020-08-26T09:10:07.932" v="1967"/>
        <pc:sldMkLst>
          <pc:docMk/>
          <pc:sldMk cId="980281826" sldId="286"/>
        </pc:sldMkLst>
        <pc:spChg chg="mod">
          <ac:chgData name="Alexandre Lombard" userId="S::alombard@utbm.fr::d7c5578e-63c7-432d-a7d2-f1c9f6140c18" providerId="AD" clId="Web-{C979572D-834D-914F-8578-733DF72C157B}" dt="2020-08-26T09:06:41.036" v="1788" actId="20577"/>
          <ac:spMkLst>
            <pc:docMk/>
            <pc:sldMk cId="980281826" sldId="286"/>
            <ac:spMk id="2" creationId="{44C7F695-D969-48A8-9E7B-10F95303ACD5}"/>
          </ac:spMkLst>
        </pc:spChg>
        <pc:spChg chg="mod">
          <ac:chgData name="Alexandre Lombard" userId="S::alombard@utbm.fr::d7c5578e-63c7-432d-a7d2-f1c9f6140c18" providerId="AD" clId="Web-{C979572D-834D-914F-8578-733DF72C157B}" dt="2020-08-26T09:07:26.990" v="1812" actId="20577"/>
          <ac:spMkLst>
            <pc:docMk/>
            <pc:sldMk cId="980281826" sldId="286"/>
            <ac:spMk id="3" creationId="{3DD50620-33B5-4F1D-8683-83B911A6010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373427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4280740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3038748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49A9BEA-DE8D-4946-8E4D-F10CBDAF1BD3}"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611398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49A9BEA-DE8D-4946-8E4D-F10CBDAF1BD3}" type="datetimeFigureOut">
              <a:rPr lang="fr-FR" smtClean="0"/>
              <a:t>23/10/2025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306787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49A9BEA-DE8D-4946-8E4D-F10CBDAF1BD3}" type="datetimeFigureOut">
              <a:rPr lang="fr-FR" smtClean="0"/>
              <a:t>23/10/2025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90647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A9BEA-DE8D-4946-8E4D-F10CBDAF1BD3}" type="datetimeFigureOut">
              <a:rPr lang="fr-FR" smtClean="0"/>
              <a:t>23/10/2025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347510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49A9BEA-DE8D-4946-8E4D-F10CBDAF1BD3}"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4013238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49A9BEA-DE8D-4946-8E4D-F10CBDAF1BD3}"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2854987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1152083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47571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3759602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62132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3471421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408125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49A9BEA-DE8D-4946-8E4D-F10CBDAF1BD3}"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19C1F08B-FF08-4E80-AA22-BC0BDF60F09D}" type="slidenum">
              <a:rPr lang="fr-FR" smtClean="0"/>
              <a:t>‹N°›</a:t>
            </a:fld>
            <a:endParaRPr lang="fr-FR"/>
          </a:p>
        </p:txBody>
      </p:sp>
    </p:spTree>
    <p:extLst>
      <p:ext uri="{BB962C8B-B14F-4D97-AF65-F5344CB8AC3E}">
        <p14:creationId xmlns:p14="http://schemas.microsoft.com/office/powerpoint/2010/main" val="1146461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A9BEA-DE8D-4946-8E4D-F10CBDAF1BD3}" type="datetimeFigureOut">
              <a:rPr lang="fr-FR" smtClean="0"/>
              <a:t>23/10/2025</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9C1F08B-FF08-4E80-AA22-BC0BDF60F09D}" type="slidenum">
              <a:rPr lang="fr-FR" smtClean="0"/>
              <a:t>‹N°›</a:t>
            </a:fld>
            <a:endParaRPr lang="fr-FR"/>
          </a:p>
        </p:txBody>
      </p:sp>
    </p:spTree>
    <p:extLst>
      <p:ext uri="{BB962C8B-B14F-4D97-AF65-F5344CB8AC3E}">
        <p14:creationId xmlns:p14="http://schemas.microsoft.com/office/powerpoint/2010/main" val="30485090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google.fr/"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source=hp&amp;q=requete" TargetMode="External"/><Relationship Id="rId2" Type="http://schemas.openxmlformats.org/officeDocument/2006/relationships/hyperlink" Target="https://fr.wikipedia.org/wiki/Hypertext_Transfer_Protoco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google.f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w3schools.com/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8202CB-6073-4B70-BD17-AB2AA4C46F86}"/>
              </a:ext>
            </a:extLst>
          </p:cNvPr>
          <p:cNvSpPr>
            <a:spLocks noGrp="1"/>
          </p:cNvSpPr>
          <p:nvPr>
            <p:ph type="ctrTitle"/>
          </p:nvPr>
        </p:nvSpPr>
        <p:spPr/>
        <p:txBody>
          <a:bodyPr/>
          <a:lstStyle/>
          <a:p>
            <a:r>
              <a:rPr lang="fr-FR" dirty="0"/>
              <a:t>Introduction au Web</a:t>
            </a:r>
          </a:p>
        </p:txBody>
      </p:sp>
      <p:sp>
        <p:nvSpPr>
          <p:cNvPr id="3" name="Sous-titre 2">
            <a:extLst>
              <a:ext uri="{FF2B5EF4-FFF2-40B4-BE49-F238E27FC236}">
                <a16:creationId xmlns:a16="http://schemas.microsoft.com/office/drawing/2014/main" id="{2D9DB7FF-B00D-40CF-BF23-36BD6290EC95}"/>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849785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12C386-2424-4233-94EC-3DFEB53A1D82}"/>
              </a:ext>
            </a:extLst>
          </p:cNvPr>
          <p:cNvSpPr>
            <a:spLocks noGrp="1"/>
          </p:cNvSpPr>
          <p:nvPr>
            <p:ph type="title"/>
          </p:nvPr>
        </p:nvSpPr>
        <p:spPr/>
        <p:txBody>
          <a:bodyPr/>
          <a:lstStyle/>
          <a:p>
            <a:r>
              <a:rPr lang="fr-FR" dirty="0"/>
              <a:t>Plan</a:t>
            </a:r>
          </a:p>
        </p:txBody>
      </p:sp>
      <p:sp>
        <p:nvSpPr>
          <p:cNvPr id="3" name="Espace réservé du contenu 2">
            <a:extLst>
              <a:ext uri="{FF2B5EF4-FFF2-40B4-BE49-F238E27FC236}">
                <a16:creationId xmlns:a16="http://schemas.microsoft.com/office/drawing/2014/main" id="{DC808C94-A413-4774-AF1B-DD7580D7EC1D}"/>
              </a:ext>
            </a:extLst>
          </p:cNvPr>
          <p:cNvSpPr>
            <a:spLocks noGrp="1"/>
          </p:cNvSpPr>
          <p:nvPr>
            <p:ph idx="1"/>
          </p:nvPr>
        </p:nvSpPr>
        <p:spPr/>
        <p:txBody>
          <a:bodyPr vert="horz" lIns="91440" tIns="45720" rIns="91440" bIns="45720" rtlCol="0" anchor="t">
            <a:normAutofit/>
          </a:bodyPr>
          <a:lstStyle/>
          <a:p>
            <a:r>
              <a:rPr lang="fr-FR" dirty="0"/>
              <a:t>Clients et serveurs, architecture</a:t>
            </a:r>
          </a:p>
          <a:p>
            <a:r>
              <a:rPr lang="fr-FR" dirty="0"/>
              <a:t>HTML</a:t>
            </a:r>
          </a:p>
          <a:p>
            <a:r>
              <a:rPr lang="fr-FR" dirty="0"/>
              <a:t>PHP</a:t>
            </a:r>
          </a:p>
        </p:txBody>
      </p:sp>
    </p:spTree>
    <p:extLst>
      <p:ext uri="{BB962C8B-B14F-4D97-AF65-F5344CB8AC3E}">
        <p14:creationId xmlns:p14="http://schemas.microsoft.com/office/powerpoint/2010/main" val="3570214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950B23-3A04-4151-9138-32753ADAC139}"/>
              </a:ext>
            </a:extLst>
          </p:cNvPr>
          <p:cNvSpPr>
            <a:spLocks noGrp="1"/>
          </p:cNvSpPr>
          <p:nvPr>
            <p:ph type="title"/>
          </p:nvPr>
        </p:nvSpPr>
        <p:spPr/>
        <p:txBody>
          <a:bodyPr/>
          <a:lstStyle/>
          <a:p>
            <a:r>
              <a:rPr lang="fr-FR" dirty="0"/>
              <a:t>Clients et serveurs</a:t>
            </a:r>
          </a:p>
        </p:txBody>
      </p:sp>
      <p:sp>
        <p:nvSpPr>
          <p:cNvPr id="3" name="Espace réservé du texte 2">
            <a:extLst>
              <a:ext uri="{FF2B5EF4-FFF2-40B4-BE49-F238E27FC236}">
                <a16:creationId xmlns:a16="http://schemas.microsoft.com/office/drawing/2014/main" id="{8503206C-1515-407B-B932-754CB85F2DC9}"/>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851129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Architecture d’une application Web</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a:lstStyle/>
          <a:p>
            <a:r>
              <a:rPr lang="fr-FR" dirty="0"/>
              <a:t>Architecture trois tiers :</a:t>
            </a:r>
          </a:p>
          <a:p>
            <a:pPr lvl="1"/>
            <a:r>
              <a:rPr lang="fr-FR" dirty="0"/>
              <a:t>Client (ex : le navigateur de l’utilisateur)</a:t>
            </a:r>
          </a:p>
          <a:p>
            <a:pPr lvl="1"/>
            <a:r>
              <a:rPr lang="fr-FR" dirty="0"/>
              <a:t>Serveur : une application qui reçoit les requêtes de l’utilisateur et y répond</a:t>
            </a:r>
          </a:p>
          <a:p>
            <a:pPr lvl="1"/>
            <a:r>
              <a:rPr lang="fr-FR" dirty="0"/>
              <a:t>Base de données : stocke les informations manipulées par le serveur</a:t>
            </a:r>
          </a:p>
        </p:txBody>
      </p:sp>
      <p:pic>
        <p:nvPicPr>
          <p:cNvPr id="5" name="Image 4" descr="Une image contenant horloge&#10;&#10;Description générée automatiquement">
            <a:extLst>
              <a:ext uri="{FF2B5EF4-FFF2-40B4-BE49-F238E27FC236}">
                <a16:creationId xmlns:a16="http://schemas.microsoft.com/office/drawing/2014/main" id="{6C77E46B-7206-44E9-966A-8180E6B20D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7748" y="3666543"/>
            <a:ext cx="4896504" cy="2645357"/>
          </a:xfrm>
          <a:prstGeom prst="rect">
            <a:avLst/>
          </a:prstGeom>
        </p:spPr>
      </p:pic>
    </p:spTree>
    <p:extLst>
      <p:ext uri="{BB962C8B-B14F-4D97-AF65-F5344CB8AC3E}">
        <p14:creationId xmlns:p14="http://schemas.microsoft.com/office/powerpoint/2010/main" val="1111636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Communication entre le client et le serveur</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a:lstStyle/>
          <a:p>
            <a:r>
              <a:rPr lang="fr-FR" dirty="0"/>
              <a:t>Web : requêtes HTTP caractérisées entre autres par :</a:t>
            </a:r>
          </a:p>
          <a:p>
            <a:pPr lvl="1"/>
            <a:r>
              <a:rPr lang="fr-FR" dirty="0"/>
              <a:t>Un type de requête (GET, POST, DELETE)</a:t>
            </a:r>
          </a:p>
          <a:p>
            <a:pPr lvl="1"/>
            <a:r>
              <a:rPr lang="fr-FR" dirty="0"/>
              <a:t>Une adresse ou URL (« http://www.google.fr »)</a:t>
            </a:r>
          </a:p>
          <a:p>
            <a:pPr lvl="1"/>
            <a:r>
              <a:rPr lang="fr-FR" dirty="0"/>
              <a:t>Divers paramètres</a:t>
            </a:r>
          </a:p>
        </p:txBody>
      </p:sp>
    </p:spTree>
    <p:extLst>
      <p:ext uri="{BB962C8B-B14F-4D97-AF65-F5344CB8AC3E}">
        <p14:creationId xmlns:p14="http://schemas.microsoft.com/office/powerpoint/2010/main" val="1045107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Fonctionnement des requêtes</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a:lstStyle/>
          <a:p>
            <a:r>
              <a:rPr lang="fr-FR" dirty="0"/>
              <a:t>Le client envoi une requête au serveur (par exemple GET </a:t>
            </a:r>
            <a:r>
              <a:rPr lang="fr-FR" dirty="0">
                <a:hlinkClick r:id="rId2"/>
              </a:rPr>
              <a:t>http://www.google.fr</a:t>
            </a:r>
            <a:r>
              <a:rPr lang="fr-FR" dirty="0"/>
              <a:t>)</a:t>
            </a:r>
          </a:p>
          <a:p>
            <a:r>
              <a:rPr lang="fr-FR" dirty="0"/>
              <a:t>Le serveur reçoit la requête et l’interprète (« Le client souhaite recevoir la page d’accueil du site google.fr »)</a:t>
            </a:r>
          </a:p>
          <a:p>
            <a:r>
              <a:rPr lang="fr-FR" dirty="0"/>
              <a:t>Il construit une réponse : la page à afficher</a:t>
            </a:r>
          </a:p>
          <a:p>
            <a:r>
              <a:rPr lang="fr-FR" dirty="0"/>
              <a:t>Il renvoie cette page au client</a:t>
            </a:r>
          </a:p>
          <a:p>
            <a:r>
              <a:rPr lang="fr-FR" dirty="0"/>
              <a:t>Le client affiche la page reçue </a:t>
            </a:r>
          </a:p>
        </p:txBody>
      </p:sp>
    </p:spTree>
    <p:extLst>
      <p:ext uri="{BB962C8B-B14F-4D97-AF65-F5344CB8AC3E}">
        <p14:creationId xmlns:p14="http://schemas.microsoft.com/office/powerpoint/2010/main" val="802593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Fonctionnement des requêtes</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vert="horz" lIns="91440" tIns="45720" rIns="91440" bIns="45720" rtlCol="0" anchor="t">
            <a:normAutofit/>
          </a:bodyPr>
          <a:lstStyle/>
          <a:p>
            <a:r>
              <a:rPr lang="fr-FR" dirty="0"/>
              <a:t>La requête peut contenir des paramètres :</a:t>
            </a:r>
          </a:p>
          <a:p>
            <a:pPr lvl="1"/>
            <a:r>
              <a:rPr lang="fr-FR" dirty="0"/>
              <a:t>Dans le chemin de l’URL : </a:t>
            </a:r>
          </a:p>
          <a:p>
            <a:pPr lvl="2"/>
            <a:r>
              <a:rPr lang="fr-FR" dirty="0">
                <a:hlinkClick r:id="rId2"/>
              </a:rPr>
              <a:t>https://fr.wikipedia.org/</a:t>
            </a:r>
            <a:r>
              <a:rPr lang="fr-FR" b="1" dirty="0">
                <a:hlinkClick r:id="rId2"/>
              </a:rPr>
              <a:t>wiki/Hypertext_Transfer_Protocol</a:t>
            </a:r>
            <a:endParaRPr lang="fr-FR" b="1" dirty="0"/>
          </a:p>
          <a:p>
            <a:pPr lvl="2"/>
            <a:r>
              <a:rPr lang="fr-FR" dirty="0">
                <a:ea typeface="+mn-lt"/>
                <a:cs typeface="+mn-lt"/>
                <a:hlinkClick r:id="rId3"/>
              </a:rPr>
              <a:t>https://www.google.com/search?</a:t>
            </a:r>
            <a:r>
              <a:rPr lang="fr-FR" b="1" dirty="0">
                <a:ea typeface="+mn-lt"/>
                <a:cs typeface="+mn-lt"/>
                <a:hlinkClick r:id="rId3"/>
              </a:rPr>
              <a:t>source=hp</a:t>
            </a:r>
            <a:r>
              <a:rPr lang="fr-FR" dirty="0">
                <a:ea typeface="+mn-lt"/>
                <a:cs typeface="+mn-lt"/>
                <a:hlinkClick r:id="rId3"/>
              </a:rPr>
              <a:t>&amp;</a:t>
            </a:r>
            <a:r>
              <a:rPr lang="fr-FR" b="1" dirty="0">
                <a:ea typeface="+mn-lt"/>
                <a:cs typeface="+mn-lt"/>
                <a:hlinkClick r:id="rId3"/>
              </a:rPr>
              <a:t>q=requete</a:t>
            </a:r>
            <a:endParaRPr lang="fr-FR" b="1" dirty="0"/>
          </a:p>
          <a:p>
            <a:pPr lvl="1"/>
            <a:r>
              <a:rPr lang="fr-FR" dirty="0"/>
              <a:t>Dans le corps de la requête</a:t>
            </a:r>
          </a:p>
          <a:p>
            <a:pPr lvl="1"/>
            <a:endParaRPr lang="fr-FR" b="1" dirty="0"/>
          </a:p>
          <a:p>
            <a:pPr lvl="1"/>
            <a:endParaRPr lang="fr-FR" b="1" dirty="0"/>
          </a:p>
        </p:txBody>
      </p:sp>
    </p:spTree>
    <p:extLst>
      <p:ext uri="{BB962C8B-B14F-4D97-AF65-F5344CB8AC3E}">
        <p14:creationId xmlns:p14="http://schemas.microsoft.com/office/powerpoint/2010/main" val="182357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9745E9-AF9C-4BD3-9A76-FBECC08447B1}"/>
              </a:ext>
            </a:extLst>
          </p:cNvPr>
          <p:cNvSpPr>
            <a:spLocks noGrp="1"/>
          </p:cNvSpPr>
          <p:nvPr>
            <p:ph type="title"/>
          </p:nvPr>
        </p:nvSpPr>
        <p:spPr/>
        <p:txBody>
          <a:bodyPr/>
          <a:lstStyle/>
          <a:p>
            <a:r>
              <a:rPr lang="fr-FR" dirty="0"/>
              <a:t>Introduction à l'HTML</a:t>
            </a:r>
          </a:p>
        </p:txBody>
      </p:sp>
      <p:sp>
        <p:nvSpPr>
          <p:cNvPr id="3" name="Espace réservé du texte 2">
            <a:extLst>
              <a:ext uri="{FF2B5EF4-FFF2-40B4-BE49-F238E27FC236}">
                <a16:creationId xmlns:a16="http://schemas.microsoft.com/office/drawing/2014/main" id="{EC47C0E6-E4B4-4EC7-B574-C08E6D27BFF5}"/>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370040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Page Web et HTML</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vert="horz" lIns="91440" tIns="45720" rIns="91440" bIns="45720" rtlCol="0" anchor="t">
            <a:normAutofit/>
          </a:bodyPr>
          <a:lstStyle/>
          <a:p>
            <a:r>
              <a:rPr lang="fr-FR" dirty="0"/>
              <a:t>La page Web affichée par le client (le navigateur) est un fichier texte suivant un format particulier : le format HTML</a:t>
            </a:r>
          </a:p>
          <a:p>
            <a:r>
              <a:rPr lang="fr-FR" dirty="0"/>
              <a:t>Ce format de fichier est composé de </a:t>
            </a:r>
            <a:r>
              <a:rPr lang="fr-FR" b="1" dirty="0"/>
              <a:t>balises </a:t>
            </a:r>
            <a:r>
              <a:rPr lang="fr-FR" dirty="0"/>
              <a:t>qui décrivent notamment la mise en forme de la page</a:t>
            </a:r>
          </a:p>
        </p:txBody>
      </p:sp>
    </p:spTree>
    <p:extLst>
      <p:ext uri="{BB962C8B-B14F-4D97-AF65-F5344CB8AC3E}">
        <p14:creationId xmlns:p14="http://schemas.microsoft.com/office/powerpoint/2010/main" val="1000377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Page Web et HTML</a:t>
            </a:r>
          </a:p>
        </p:txBody>
      </p:sp>
      <p:sp>
        <p:nvSpPr>
          <p:cNvPr id="5" name="Rectangle 2">
            <a:extLst>
              <a:ext uri="{FF2B5EF4-FFF2-40B4-BE49-F238E27FC236}">
                <a16:creationId xmlns:a16="http://schemas.microsoft.com/office/drawing/2014/main" id="{A24EA8A1-D065-4546-B4E4-0065D72E57EA}"/>
              </a:ext>
            </a:extLst>
          </p:cNvPr>
          <p:cNvSpPr>
            <a:spLocks noGrp="1" noChangeArrowheads="1"/>
          </p:cNvSpPr>
          <p:nvPr>
            <p:ph idx="1"/>
          </p:nvPr>
        </p:nvSpPr>
        <p:spPr bwMode="auto">
          <a:xfrm>
            <a:off x="838200" y="2416245"/>
            <a:ext cx="8000524" cy="3170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a:ln>
                  <a:noFill/>
                </a:ln>
                <a:solidFill>
                  <a:srgbClr val="0033B3"/>
                </a:solidFill>
                <a:effectLst/>
                <a:latin typeface="JetBrains Mono"/>
              </a:rPr>
              <a:t>html </a:t>
            </a:r>
            <a:r>
              <a:rPr kumimoji="0" lang="fr-FR" altLang="fr-FR" sz="2000" b="0" i="0" u="none" strike="noStrike" cap="none" normalizeH="0" baseline="0" dirty="0" err="1">
                <a:ln>
                  <a:noFill/>
                </a:ln>
                <a:solidFill>
                  <a:srgbClr val="174AD4"/>
                </a:solidFill>
                <a:effectLst/>
                <a:latin typeface="JetBrains Mono"/>
              </a:rPr>
              <a:t>lang</a:t>
            </a:r>
            <a:r>
              <a:rPr kumimoji="0" lang="fr-FR" altLang="fr-FR" sz="2000" b="0" i="0" u="none" strike="noStrike" cap="none" normalizeH="0" baseline="0" dirty="0">
                <a:ln>
                  <a:noFill/>
                </a:ln>
                <a:solidFill>
                  <a:srgbClr val="067D17"/>
                </a:solidFill>
                <a:effectLst/>
                <a:latin typeface="JetBrains Mono"/>
              </a:rPr>
              <a:t>="</a:t>
            </a:r>
            <a:r>
              <a:rPr kumimoji="0" lang="fr-FR" altLang="fr-FR" sz="2000" b="0" i="0" u="none" strike="noStrike" cap="none" normalizeH="0" baseline="0" dirty="0" err="1">
                <a:ln>
                  <a:noFill/>
                </a:ln>
                <a:solidFill>
                  <a:srgbClr val="067D17"/>
                </a:solidFill>
                <a:effectLst/>
                <a:latin typeface="JetBrains Mono"/>
              </a:rPr>
              <a:t>fr</a:t>
            </a:r>
            <a:r>
              <a:rPr kumimoji="0" lang="fr-FR" altLang="fr-FR" sz="2000" b="0" i="0" u="none" strike="noStrike" cap="none" normalizeH="0" baseline="0" dirty="0">
                <a:ln>
                  <a:noFill/>
                </a:ln>
                <a:solidFill>
                  <a:srgbClr val="067D17"/>
                </a:solidFill>
                <a:effectLst/>
                <a:latin typeface="JetBrains Mono"/>
              </a:rPr>
              <a:t>"</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err="1">
                <a:ln>
                  <a:noFill/>
                </a:ln>
                <a:solidFill>
                  <a:srgbClr val="0033B3"/>
                </a:solidFill>
                <a:effectLst/>
                <a:latin typeface="JetBrains Mono"/>
              </a:rPr>
              <a:t>head</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    &lt;</a:t>
            </a:r>
            <a:r>
              <a:rPr kumimoji="0" lang="fr-FR" altLang="fr-FR" sz="2000" b="0" i="0" u="none" strike="noStrike" cap="none" normalizeH="0" baseline="0" dirty="0" err="1">
                <a:ln>
                  <a:noFill/>
                </a:ln>
                <a:solidFill>
                  <a:srgbClr val="0033B3"/>
                </a:solidFill>
                <a:effectLst/>
                <a:latin typeface="JetBrains Mono"/>
              </a:rPr>
              <a:t>title</a:t>
            </a:r>
            <a:r>
              <a:rPr kumimoji="0" lang="fr-FR" altLang="fr-FR" sz="2000" b="0" i="0" u="none" strike="noStrike" cap="none" normalizeH="0" baseline="0" dirty="0">
                <a:ln>
                  <a:noFill/>
                </a:ln>
                <a:solidFill>
                  <a:srgbClr val="080808"/>
                </a:solidFill>
                <a:effectLst/>
                <a:latin typeface="JetBrains Mono"/>
              </a:rPr>
              <a:t>&gt;Titre de la page&lt;/</a:t>
            </a:r>
            <a:r>
              <a:rPr kumimoji="0" lang="fr-FR" altLang="fr-FR" sz="2000" b="0" i="0" u="none" strike="noStrike" cap="none" normalizeH="0" baseline="0" dirty="0" err="1">
                <a:ln>
                  <a:noFill/>
                </a:ln>
                <a:solidFill>
                  <a:srgbClr val="0033B3"/>
                </a:solidFill>
                <a:effectLst/>
                <a:latin typeface="JetBrains Mono"/>
              </a:rPr>
              <a:t>title</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err="1">
                <a:ln>
                  <a:noFill/>
                </a:ln>
                <a:solidFill>
                  <a:srgbClr val="0033B3"/>
                </a:solidFill>
                <a:effectLst/>
                <a:latin typeface="JetBrains Mono"/>
              </a:rPr>
              <a:t>head</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a:ln>
                  <a:noFill/>
                </a:ln>
                <a:solidFill>
                  <a:srgbClr val="0033B3"/>
                </a:solidFill>
                <a:effectLst/>
                <a:latin typeface="JetBrains Mono"/>
              </a:rPr>
              <a:t>body</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a:ln>
                  <a:noFill/>
                </a:ln>
                <a:solidFill>
                  <a:srgbClr val="0033B3"/>
                </a:solidFill>
                <a:effectLst/>
                <a:latin typeface="JetBrains Mono"/>
              </a:rPr>
              <a:t>h1</a:t>
            </a:r>
            <a:r>
              <a:rPr kumimoji="0" lang="fr-FR" altLang="fr-FR" sz="2000" b="0" i="0" u="none" strike="noStrike" cap="none" normalizeH="0" baseline="0" dirty="0">
                <a:ln>
                  <a:noFill/>
                </a:ln>
                <a:solidFill>
                  <a:srgbClr val="080808"/>
                </a:solidFill>
                <a:effectLst/>
                <a:latin typeface="JetBrains Mono"/>
              </a:rPr>
              <a:t>&gt;Ceci est un titre&lt;/</a:t>
            </a:r>
            <a:r>
              <a:rPr kumimoji="0" lang="fr-FR" altLang="fr-FR" sz="2000" b="0" i="0" u="none" strike="noStrike" cap="none" normalizeH="0" baseline="0" dirty="0">
                <a:ln>
                  <a:noFill/>
                </a:ln>
                <a:solidFill>
                  <a:srgbClr val="0033B3"/>
                </a:solidFill>
                <a:effectLst/>
                <a:latin typeface="JetBrains Mono"/>
              </a:rPr>
              <a:t>h1</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a:ln>
                  <a:noFill/>
                </a:ln>
                <a:solidFill>
                  <a:srgbClr val="0033B3"/>
                </a:solidFill>
                <a:effectLst/>
                <a:latin typeface="JetBrains Mono"/>
              </a:rPr>
              <a:t>p</a:t>
            </a:r>
            <a:r>
              <a:rPr kumimoji="0" lang="fr-FR" altLang="fr-FR" sz="2000" b="0" i="0" u="none" strike="noStrike" cap="none" normalizeH="0" baseline="0" dirty="0">
                <a:ln>
                  <a:noFill/>
                </a:ln>
                <a:solidFill>
                  <a:srgbClr val="080808"/>
                </a:solidFill>
                <a:effectLst/>
                <a:latin typeface="JetBrains Mono"/>
              </a:rPr>
              <a:t>&gt;Ceci est un paragraphe avec un texte &lt;</a:t>
            </a:r>
            <a:r>
              <a:rPr kumimoji="0" lang="fr-FR" altLang="fr-FR" sz="2000" b="0" i="0" u="none" strike="noStrike" cap="none" normalizeH="0" baseline="0" dirty="0" err="1">
                <a:ln>
                  <a:noFill/>
                </a:ln>
                <a:solidFill>
                  <a:srgbClr val="0033B3"/>
                </a:solidFill>
                <a:effectLst/>
                <a:latin typeface="JetBrains Mono"/>
              </a:rPr>
              <a:t>strong</a:t>
            </a:r>
            <a:r>
              <a:rPr kumimoji="0" lang="fr-FR" altLang="fr-FR" sz="2000" b="0" i="0" u="none" strike="noStrike" cap="none" normalizeH="0" baseline="0" dirty="0">
                <a:ln>
                  <a:noFill/>
                </a:ln>
                <a:solidFill>
                  <a:srgbClr val="080808"/>
                </a:solidFill>
                <a:effectLst/>
                <a:latin typeface="JetBrains Mono"/>
              </a:rPr>
              <a:t>&gt;gras&lt;/</a:t>
            </a:r>
            <a:r>
              <a:rPr kumimoji="0" lang="fr-FR" altLang="fr-FR" sz="2000" b="0" i="0" u="none" strike="noStrike" cap="none" normalizeH="0" baseline="0" dirty="0" err="1">
                <a:ln>
                  <a:noFill/>
                </a:ln>
                <a:solidFill>
                  <a:srgbClr val="0033B3"/>
                </a:solidFill>
                <a:effectLst/>
                <a:latin typeface="JetBrains Mono"/>
              </a:rPr>
              <a:t>strong</a:t>
            </a:r>
            <a:r>
              <a:rPr kumimoji="0" lang="fr-FR" altLang="fr-FR" sz="2000" b="0" i="0" u="none" strike="noStrike" cap="none" normalizeH="0" baseline="0" dirty="0">
                <a:ln>
                  <a:noFill/>
                </a:ln>
                <a:solidFill>
                  <a:srgbClr val="080808"/>
                </a:solidFill>
                <a:effectLst/>
                <a:latin typeface="JetBrains Mono"/>
              </a:rPr>
              <a:t>&gt; et un texte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a:ln>
                  <a:noFill/>
                </a:ln>
                <a:solidFill>
                  <a:srgbClr val="080808"/>
                </a:solidFill>
                <a:effectLst/>
                <a:latin typeface="JetBrains Mono"/>
              </a:rPr>
              <a:t> en &lt;</a:t>
            </a:r>
            <a:r>
              <a:rPr kumimoji="0" lang="fr-FR" altLang="fr-FR" sz="2000" b="0" i="0" u="none" strike="noStrike" cap="none" normalizeH="0" baseline="0" dirty="0" err="1">
                <a:ln>
                  <a:noFill/>
                </a:ln>
                <a:solidFill>
                  <a:srgbClr val="0033B3"/>
                </a:solidFill>
                <a:effectLst/>
                <a:latin typeface="JetBrains Mono"/>
              </a:rPr>
              <a:t>em</a:t>
            </a:r>
            <a:r>
              <a:rPr kumimoji="0" lang="fr-FR" altLang="fr-FR" sz="2000" b="0" i="0" u="none" strike="noStrike" cap="none" normalizeH="0" baseline="0" dirty="0">
                <a:ln>
                  <a:noFill/>
                </a:ln>
                <a:solidFill>
                  <a:srgbClr val="080808"/>
                </a:solidFill>
                <a:effectLst/>
                <a:latin typeface="JetBrains Mono"/>
              </a:rPr>
              <a:t>&gt;italique&lt;/</a:t>
            </a:r>
            <a:r>
              <a:rPr kumimoji="0" lang="fr-FR" altLang="fr-FR" sz="2000" b="0" i="0" u="none" strike="noStrike" cap="none" normalizeH="0" baseline="0" dirty="0" err="1">
                <a:ln>
                  <a:noFill/>
                </a:ln>
                <a:solidFill>
                  <a:srgbClr val="0033B3"/>
                </a:solidFill>
                <a:effectLst/>
                <a:latin typeface="JetBrains Mono"/>
              </a:rPr>
              <a:t>em</a:t>
            </a:r>
            <a:r>
              <a:rPr kumimoji="0" lang="fr-FR" altLang="fr-FR" sz="2000" b="0" i="0" u="none" strike="noStrike" cap="none" normalizeH="0" baseline="0" dirty="0">
                <a:ln>
                  <a:noFill/>
                </a:ln>
                <a:solidFill>
                  <a:srgbClr val="080808"/>
                </a:solidFill>
                <a:effectLst/>
                <a:latin typeface="JetBrains Mono"/>
              </a:rPr>
              <a:t>&gt;&lt;/</a:t>
            </a:r>
            <a:r>
              <a:rPr kumimoji="0" lang="fr-FR" altLang="fr-FR" sz="2000" b="0" i="0" u="none" strike="noStrike" cap="none" normalizeH="0" baseline="0" dirty="0">
                <a:ln>
                  <a:noFill/>
                </a:ln>
                <a:solidFill>
                  <a:srgbClr val="0033B3"/>
                </a:solidFill>
                <a:effectLst/>
                <a:latin typeface="JetBrains Mono"/>
              </a:rPr>
              <a:t>p</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a:ln>
                  <a:noFill/>
                </a:ln>
                <a:solidFill>
                  <a:srgbClr val="0033B3"/>
                </a:solidFill>
                <a:effectLst/>
                <a:latin typeface="JetBrains Mono"/>
              </a:rPr>
              <a:t>body</a:t>
            </a:r>
            <a:r>
              <a:rPr kumimoji="0" lang="fr-FR" altLang="fr-FR" sz="2000" b="0" i="0" u="none" strike="noStrike" cap="none" normalizeH="0" baseline="0" dirty="0">
                <a:ln>
                  <a:noFill/>
                </a:ln>
                <a:solidFill>
                  <a:srgbClr val="080808"/>
                </a:solidFill>
                <a:effectLst/>
                <a:latin typeface="JetBrains Mono"/>
              </a:rPr>
              <a:t>&gt;</a:t>
            </a:r>
            <a:br>
              <a:rPr kumimoji="0" lang="fr-FR" altLang="fr-FR" sz="2000" b="0" i="0" u="none" strike="noStrike" cap="none" normalizeH="0" baseline="0" dirty="0">
                <a:ln>
                  <a:noFill/>
                </a:ln>
                <a:solidFill>
                  <a:srgbClr val="080808"/>
                </a:solidFill>
                <a:effectLst/>
                <a:latin typeface="JetBrains Mono"/>
              </a:rPr>
            </a:br>
            <a:r>
              <a:rPr kumimoji="0" lang="fr-FR" altLang="fr-FR" sz="2000" b="0" i="0" u="none" strike="noStrike" cap="none" normalizeH="0" baseline="0" dirty="0">
                <a:ln>
                  <a:noFill/>
                </a:ln>
                <a:solidFill>
                  <a:srgbClr val="080808"/>
                </a:solidFill>
                <a:effectLst/>
                <a:latin typeface="JetBrains Mono"/>
              </a:rPr>
              <a:t>&lt;/</a:t>
            </a:r>
            <a:r>
              <a:rPr kumimoji="0" lang="fr-FR" altLang="fr-FR" sz="2000" b="0" i="0" u="none" strike="noStrike" cap="none" normalizeH="0" baseline="0" dirty="0">
                <a:ln>
                  <a:noFill/>
                </a:ln>
                <a:solidFill>
                  <a:srgbClr val="0033B3"/>
                </a:solidFill>
                <a:effectLst/>
                <a:latin typeface="JetBrains Mono"/>
              </a:rPr>
              <a:t>html</a:t>
            </a:r>
            <a:r>
              <a:rPr kumimoji="0" lang="fr-FR" altLang="fr-FR" sz="2000" b="0" i="0" u="none" strike="noStrike" cap="none" normalizeH="0" baseline="0" dirty="0">
                <a:ln>
                  <a:noFill/>
                </a:ln>
                <a:solidFill>
                  <a:srgbClr val="080808"/>
                </a:solidFill>
                <a:effectLst/>
                <a:latin typeface="JetBrains Mono"/>
              </a:rPr>
              <a:t>&gt;</a:t>
            </a:r>
            <a:endParaRPr kumimoji="0" lang="fr-FR" altLang="fr-FR"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61919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C050A-0078-4636-AD5B-2B37B5B901E0}"/>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E27C40EA-8562-4D19-8E02-928232A9779E}"/>
              </a:ext>
            </a:extLst>
          </p:cNvPr>
          <p:cNvSpPr>
            <a:spLocks noGrp="1"/>
          </p:cNvSpPr>
          <p:nvPr>
            <p:ph idx="1"/>
          </p:nvPr>
        </p:nvSpPr>
        <p:spPr/>
        <p:txBody>
          <a:bodyPr vert="horz" lIns="91440" tIns="45720" rIns="91440" bIns="45720" rtlCol="0" anchor="t">
            <a:normAutofit/>
          </a:bodyPr>
          <a:lstStyle/>
          <a:p>
            <a:r>
              <a:rPr lang="fr-FR" dirty="0"/>
              <a:t>Une balise HTML est ouverte (exemple : &lt;</a:t>
            </a:r>
            <a:r>
              <a:rPr lang="fr-FR" dirty="0" err="1"/>
              <a:t>strong</a:t>
            </a:r>
            <a:r>
              <a:rPr lang="fr-FR" dirty="0"/>
              <a:t>&gt;) puis fermée (&lt;/</a:t>
            </a:r>
            <a:r>
              <a:rPr lang="fr-FR" dirty="0" err="1"/>
              <a:t>strong</a:t>
            </a:r>
            <a:r>
              <a:rPr lang="fr-FR" dirty="0"/>
              <a:t>&gt;) : le texte entre la balise ouvrante et fermante possède les attributs de la balise qui le contient (</a:t>
            </a:r>
            <a:r>
              <a:rPr lang="fr-FR" b="1" dirty="0"/>
              <a:t>&lt;</a:t>
            </a:r>
            <a:r>
              <a:rPr lang="fr-FR" b="1" dirty="0" err="1"/>
              <a:t>strong</a:t>
            </a:r>
            <a:r>
              <a:rPr lang="fr-FR" b="1" dirty="0"/>
              <a:t>&gt;</a:t>
            </a:r>
            <a:r>
              <a:rPr lang="fr-FR" dirty="0"/>
              <a:t> signifie que le texte doit être affiché en gras)</a:t>
            </a:r>
          </a:p>
          <a:p>
            <a:r>
              <a:rPr lang="fr-FR" dirty="0"/>
              <a:t>Certaines balises sont simultanément ouvrantes et fermantes, avec la syntaxe &lt;balise /&gt;, par exemple : </a:t>
            </a:r>
            <a:r>
              <a:rPr lang="fr-FR" b="1" dirty="0"/>
              <a:t>&lt;</a:t>
            </a:r>
            <a:r>
              <a:rPr lang="fr-FR" b="1" dirty="0" err="1"/>
              <a:t>img</a:t>
            </a:r>
            <a:r>
              <a:rPr lang="fr-FR" b="1" dirty="0"/>
              <a:t> src="image.jpg" /&gt;</a:t>
            </a:r>
            <a:r>
              <a:rPr lang="fr-FR" dirty="0"/>
              <a:t> (cette balise signifie que l'image </a:t>
            </a:r>
            <a:r>
              <a:rPr lang="fr-FR" b="1" dirty="0"/>
              <a:t>image.jpg</a:t>
            </a:r>
            <a:r>
              <a:rPr lang="fr-FR" dirty="0"/>
              <a:t> doit être affichée)</a:t>
            </a:r>
          </a:p>
          <a:p>
            <a:r>
              <a:rPr lang="fr-FR" dirty="0"/>
              <a:t>Certaines balises comme </a:t>
            </a:r>
            <a:r>
              <a:rPr lang="fr-FR" b="1" dirty="0"/>
              <a:t>&lt;</a:t>
            </a:r>
            <a:r>
              <a:rPr lang="fr-FR" b="1" dirty="0" err="1"/>
              <a:t>img</a:t>
            </a:r>
            <a:r>
              <a:rPr lang="fr-FR" b="1" dirty="0"/>
              <a:t> /&gt;</a:t>
            </a:r>
            <a:r>
              <a:rPr lang="fr-FR" dirty="0"/>
              <a:t> peuvent avoir des attributs : </a:t>
            </a:r>
            <a:r>
              <a:rPr lang="fr-FR" b="1" dirty="0"/>
              <a:t>&lt;</a:t>
            </a:r>
            <a:r>
              <a:rPr lang="fr-FR" b="1" dirty="0" err="1"/>
              <a:t>img</a:t>
            </a:r>
            <a:r>
              <a:rPr lang="fr-FR" b="1" dirty="0"/>
              <a:t> /&gt;</a:t>
            </a:r>
            <a:r>
              <a:rPr lang="fr-FR" dirty="0"/>
              <a:t> possède l'attribut </a:t>
            </a:r>
            <a:r>
              <a:rPr lang="fr-FR" b="1" dirty="0"/>
              <a:t>src </a:t>
            </a:r>
            <a:r>
              <a:rPr lang="fr-FR" dirty="0"/>
              <a:t>pour indiquer l'adresse de l'image à afficher</a:t>
            </a:r>
          </a:p>
        </p:txBody>
      </p:sp>
    </p:spTree>
    <p:extLst>
      <p:ext uri="{BB962C8B-B14F-4D97-AF65-F5344CB8AC3E}">
        <p14:creationId xmlns:p14="http://schemas.microsoft.com/office/powerpoint/2010/main" val="72031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55E543-CA7A-4CBA-9657-CA71125CC289}"/>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2D0CC7B8-362F-4819-B44F-EDE911406B6B}"/>
              </a:ext>
            </a:extLst>
          </p:cNvPr>
          <p:cNvSpPr>
            <a:spLocks noGrp="1"/>
          </p:cNvSpPr>
          <p:nvPr>
            <p:ph idx="1"/>
          </p:nvPr>
        </p:nvSpPr>
        <p:spPr/>
        <p:txBody>
          <a:bodyPr vert="horz" lIns="91440" tIns="45720" rIns="91440" bIns="45720" rtlCol="0" anchor="t">
            <a:normAutofit fontScale="92500" lnSpcReduction="10000"/>
          </a:bodyPr>
          <a:lstStyle/>
          <a:p>
            <a:r>
              <a:rPr lang="fr-FR" dirty="0"/>
              <a:t>Une page web HTML se structure de la façon suivante</a:t>
            </a:r>
          </a:p>
          <a:p>
            <a:pPr lvl="1"/>
            <a:r>
              <a:rPr lang="fr-FR" dirty="0">
                <a:solidFill>
                  <a:srgbClr val="404040"/>
                </a:solidFill>
                <a:ea typeface="+mn-lt"/>
                <a:cs typeface="+mn-lt"/>
              </a:rPr>
              <a:t>Le contenu de la page est inclus dans une balise &lt;html&gt; (donc entre &lt;html&gt; et &lt;/html&gt;)</a:t>
            </a:r>
          </a:p>
          <a:p>
            <a:pPr lvl="1"/>
            <a:r>
              <a:rPr lang="fr-FR" dirty="0">
                <a:solidFill>
                  <a:srgbClr val="404040"/>
                </a:solidFill>
                <a:ea typeface="+mn-lt"/>
                <a:cs typeface="+mn-lt"/>
              </a:rPr>
              <a:t>Les attributs de la page sont dans une balise &lt;</a:t>
            </a:r>
            <a:r>
              <a:rPr lang="fr-FR" dirty="0" err="1">
                <a:solidFill>
                  <a:srgbClr val="404040"/>
                </a:solidFill>
                <a:ea typeface="+mn-lt"/>
                <a:cs typeface="+mn-lt"/>
              </a:rPr>
              <a:t>head</a:t>
            </a:r>
            <a:r>
              <a:rPr lang="fr-FR" dirty="0">
                <a:solidFill>
                  <a:srgbClr val="404040"/>
                </a:solidFill>
                <a:ea typeface="+mn-lt"/>
                <a:cs typeface="+mn-lt"/>
              </a:rPr>
              <a:t>&gt; à l'intérieur de &lt;html&gt;</a:t>
            </a:r>
          </a:p>
          <a:p>
            <a:pPr lvl="1"/>
            <a:r>
              <a:rPr lang="fr-FR" dirty="0">
                <a:solidFill>
                  <a:srgbClr val="404040"/>
                </a:solidFill>
                <a:ea typeface="+mn-lt"/>
                <a:cs typeface="+mn-lt"/>
              </a:rPr>
              <a:t>Le corps de la page est dans une balise &lt;body&gt; à l'intérieur de &lt;html&gt;</a:t>
            </a:r>
          </a:p>
          <a:p>
            <a:pPr marL="457200" lvl="1" indent="0">
              <a:buNone/>
            </a:pPr>
            <a:endParaRPr lang="fr-FR" dirty="0">
              <a:solidFill>
                <a:srgbClr val="404040"/>
              </a:solidFill>
              <a:ea typeface="+mn-lt"/>
              <a:cs typeface="+mn-lt"/>
            </a:endParaRPr>
          </a:p>
          <a:p>
            <a:pPr marL="0" indent="0">
              <a:spcBef>
                <a:spcPct val="0"/>
              </a:spcBef>
              <a:spcAft>
                <a:spcPct val="0"/>
              </a:spcAft>
              <a:buNone/>
            </a:pPr>
            <a:r>
              <a:rPr lang="fr-FR" dirty="0">
                <a:solidFill>
                  <a:srgbClr val="080808"/>
                </a:solidFill>
                <a:ea typeface="+mn-lt"/>
                <a:cs typeface="+mn-lt"/>
              </a:rPr>
              <a:t>&lt;</a:t>
            </a:r>
            <a:r>
              <a:rPr lang="fr-FR" dirty="0">
                <a:solidFill>
                  <a:srgbClr val="0033B3"/>
                </a:solidFill>
                <a:ea typeface="+mn-lt"/>
                <a:cs typeface="+mn-lt"/>
              </a:rPr>
              <a:t>html </a:t>
            </a:r>
            <a:r>
              <a:rPr lang="fr-FR" dirty="0" err="1">
                <a:solidFill>
                  <a:srgbClr val="174AD4"/>
                </a:solidFill>
                <a:ea typeface="+mn-lt"/>
                <a:cs typeface="+mn-lt"/>
              </a:rPr>
              <a:t>lang</a:t>
            </a:r>
            <a:r>
              <a:rPr lang="fr-FR" dirty="0">
                <a:solidFill>
                  <a:srgbClr val="067D17"/>
                </a:solidFill>
                <a:ea typeface="+mn-lt"/>
                <a:cs typeface="+mn-lt"/>
              </a:rPr>
              <a:t>="</a:t>
            </a:r>
            <a:r>
              <a:rPr lang="fr-FR" dirty="0" err="1">
                <a:solidFill>
                  <a:srgbClr val="067D17"/>
                </a:solidFill>
                <a:ea typeface="+mn-lt"/>
                <a:cs typeface="+mn-lt"/>
              </a:rPr>
              <a:t>fr</a:t>
            </a:r>
            <a:r>
              <a:rPr lang="fr-FR" dirty="0">
                <a:solidFill>
                  <a:srgbClr val="067D17"/>
                </a:solidFill>
                <a:ea typeface="+mn-lt"/>
                <a:cs typeface="+mn-lt"/>
              </a:rPr>
              <a:t>"</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err="1">
                <a:solidFill>
                  <a:srgbClr val="0033B3"/>
                </a:solidFill>
                <a:ea typeface="+mn-lt"/>
                <a:cs typeface="+mn-lt"/>
              </a:rPr>
              <a:t>head</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err="1">
                <a:solidFill>
                  <a:srgbClr val="0033B3"/>
                </a:solidFill>
                <a:ea typeface="+mn-lt"/>
                <a:cs typeface="+mn-lt"/>
              </a:rPr>
              <a:t>title</a:t>
            </a:r>
            <a:r>
              <a:rPr lang="fr-FR" dirty="0">
                <a:solidFill>
                  <a:srgbClr val="080808"/>
                </a:solidFill>
                <a:ea typeface="+mn-lt"/>
                <a:cs typeface="+mn-lt"/>
              </a:rPr>
              <a:t>&gt;Titre de la page&lt;/</a:t>
            </a:r>
            <a:r>
              <a:rPr lang="fr-FR" dirty="0" err="1">
                <a:solidFill>
                  <a:srgbClr val="0033B3"/>
                </a:solidFill>
                <a:ea typeface="+mn-lt"/>
                <a:cs typeface="+mn-lt"/>
              </a:rPr>
              <a:t>title</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err="1">
                <a:solidFill>
                  <a:srgbClr val="0033B3"/>
                </a:solidFill>
                <a:ea typeface="+mn-lt"/>
                <a:cs typeface="+mn-lt"/>
              </a:rPr>
              <a:t>head</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a:solidFill>
                  <a:srgbClr val="0033B3"/>
                </a:solidFill>
                <a:ea typeface="+mn-lt"/>
                <a:cs typeface="+mn-lt"/>
              </a:rPr>
              <a:t>body</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a:solidFill>
                  <a:srgbClr val="0033B3"/>
                </a:solidFill>
                <a:ea typeface="+mn-lt"/>
                <a:cs typeface="+mn-lt"/>
              </a:rPr>
              <a:t>h1</a:t>
            </a:r>
            <a:r>
              <a:rPr lang="fr-FR" dirty="0">
                <a:solidFill>
                  <a:srgbClr val="080808"/>
                </a:solidFill>
                <a:ea typeface="+mn-lt"/>
                <a:cs typeface="+mn-lt"/>
              </a:rPr>
              <a:t>&gt;Ceci est un titre&lt;/</a:t>
            </a:r>
            <a:r>
              <a:rPr lang="fr-FR" dirty="0">
                <a:solidFill>
                  <a:srgbClr val="0033B3"/>
                </a:solidFill>
                <a:ea typeface="+mn-lt"/>
                <a:cs typeface="+mn-lt"/>
              </a:rPr>
              <a:t>h1</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a:solidFill>
                  <a:srgbClr val="0033B3"/>
                </a:solidFill>
                <a:ea typeface="+mn-lt"/>
                <a:cs typeface="+mn-lt"/>
              </a:rPr>
              <a:t>p</a:t>
            </a:r>
            <a:r>
              <a:rPr lang="fr-FR" dirty="0">
                <a:solidFill>
                  <a:srgbClr val="080808"/>
                </a:solidFill>
                <a:ea typeface="+mn-lt"/>
                <a:cs typeface="+mn-lt"/>
              </a:rPr>
              <a:t>&gt;Ceci est un paragraphe&lt;/</a:t>
            </a:r>
            <a:r>
              <a:rPr lang="fr-FR" dirty="0">
                <a:solidFill>
                  <a:srgbClr val="0033B3"/>
                </a:solidFill>
                <a:ea typeface="+mn-lt"/>
                <a:cs typeface="+mn-lt"/>
              </a:rPr>
              <a:t>p</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  &lt;/</a:t>
            </a:r>
            <a:r>
              <a:rPr lang="fr-FR" dirty="0">
                <a:solidFill>
                  <a:srgbClr val="0033B3"/>
                </a:solidFill>
                <a:ea typeface="+mn-lt"/>
                <a:cs typeface="+mn-lt"/>
              </a:rPr>
              <a:t>body</a:t>
            </a:r>
            <a:r>
              <a:rPr lang="fr-FR" dirty="0">
                <a:solidFill>
                  <a:srgbClr val="080808"/>
                </a:solidFill>
                <a:ea typeface="+mn-lt"/>
                <a:cs typeface="+mn-lt"/>
              </a:rPr>
              <a:t>&gt;</a:t>
            </a:r>
            <a:br>
              <a:rPr lang="fr-FR" dirty="0">
                <a:solidFill>
                  <a:srgbClr val="080808"/>
                </a:solidFill>
                <a:ea typeface="+mn-lt"/>
                <a:cs typeface="+mn-lt"/>
              </a:rPr>
            </a:br>
            <a:r>
              <a:rPr lang="fr-FR" dirty="0">
                <a:solidFill>
                  <a:srgbClr val="080808"/>
                </a:solidFill>
                <a:ea typeface="+mn-lt"/>
                <a:cs typeface="+mn-lt"/>
              </a:rPr>
              <a:t>&lt;/</a:t>
            </a:r>
            <a:r>
              <a:rPr lang="fr-FR" dirty="0">
                <a:solidFill>
                  <a:srgbClr val="0033B3"/>
                </a:solidFill>
                <a:ea typeface="+mn-lt"/>
                <a:cs typeface="+mn-lt"/>
              </a:rPr>
              <a:t>html</a:t>
            </a:r>
            <a:r>
              <a:rPr lang="fr-FR" dirty="0">
                <a:solidFill>
                  <a:srgbClr val="080808"/>
                </a:solidFill>
                <a:ea typeface="+mn-lt"/>
                <a:cs typeface="+mn-lt"/>
              </a:rPr>
              <a:t>&gt;</a:t>
            </a:r>
            <a:endParaRPr lang="fr-FR" dirty="0"/>
          </a:p>
        </p:txBody>
      </p:sp>
    </p:spTree>
    <p:extLst>
      <p:ext uri="{BB962C8B-B14F-4D97-AF65-F5344CB8AC3E}">
        <p14:creationId xmlns:p14="http://schemas.microsoft.com/office/powerpoint/2010/main" val="425702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1DF4A8-159E-47F3-BC2E-79D3AF1018DE}"/>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71848662-567C-47F7-A761-5F57A6104DFF}"/>
              </a:ext>
            </a:extLst>
          </p:cNvPr>
          <p:cNvSpPr>
            <a:spLocks noGrp="1"/>
          </p:cNvSpPr>
          <p:nvPr>
            <p:ph idx="1"/>
          </p:nvPr>
        </p:nvSpPr>
        <p:spPr/>
        <p:txBody>
          <a:bodyPr vert="horz" lIns="91440" tIns="45720" rIns="91440" bIns="45720" rtlCol="0" anchor="t">
            <a:normAutofit fontScale="92500" lnSpcReduction="10000"/>
          </a:bodyPr>
          <a:lstStyle/>
          <a:p>
            <a:r>
              <a:rPr lang="fr-FR" dirty="0"/>
              <a:t>Principales balises pour la mise en page du texte :</a:t>
            </a:r>
          </a:p>
          <a:p>
            <a:pPr lvl="1" indent="-342900"/>
            <a:r>
              <a:rPr lang="fr-FR" dirty="0"/>
              <a:t>&lt;p&gt; : paragraphe</a:t>
            </a:r>
          </a:p>
          <a:p>
            <a:pPr lvl="1" indent="-342900"/>
            <a:r>
              <a:rPr lang="fr-FR"/>
              <a:t>&lt;br /&gt; : retour à la ligne</a:t>
            </a:r>
            <a:endParaRPr lang="fr-FR" dirty="0"/>
          </a:p>
          <a:p>
            <a:pPr lvl="1" indent="-342900"/>
            <a:r>
              <a:rPr lang="fr-FR" dirty="0"/>
              <a:t>&lt;h1&gt;, &lt;h2&gt;, &lt;h3&gt;, …, &lt;h6&gt; : niveau de titre (&lt;h1&gt; est le titre principal, &lt;h2&gt; un titre de section, &lt;h3&gt; un titre de sous-section, etc.)</a:t>
            </a:r>
          </a:p>
          <a:p>
            <a:pPr lvl="1" indent="-342900"/>
            <a:r>
              <a:rPr lang="fr-FR" dirty="0"/>
              <a:t>&lt;</a:t>
            </a:r>
            <a:r>
              <a:rPr lang="fr-FR" dirty="0" err="1"/>
              <a:t>em</a:t>
            </a:r>
            <a:r>
              <a:rPr lang="fr-FR" dirty="0"/>
              <a:t>&gt; : mise en italique (</a:t>
            </a:r>
            <a:r>
              <a:rPr lang="fr-FR" b="1" dirty="0"/>
              <a:t>&lt;</a:t>
            </a:r>
            <a:r>
              <a:rPr lang="fr-FR" b="1" dirty="0" err="1"/>
              <a:t>em</a:t>
            </a:r>
            <a:r>
              <a:rPr lang="fr-FR" b="1" dirty="0"/>
              <a:t>&gt;</a:t>
            </a:r>
            <a:r>
              <a:rPr lang="fr-FR" dirty="0"/>
              <a:t>texte en italique</a:t>
            </a:r>
            <a:r>
              <a:rPr lang="fr-FR" b="1" dirty="0"/>
              <a:t>&lt;/</a:t>
            </a:r>
            <a:r>
              <a:rPr lang="fr-FR" b="1" dirty="0" err="1"/>
              <a:t>em</a:t>
            </a:r>
            <a:r>
              <a:rPr lang="fr-FR" b="1" dirty="0"/>
              <a:t>&gt;</a:t>
            </a:r>
            <a:r>
              <a:rPr lang="fr-FR" dirty="0"/>
              <a:t>)</a:t>
            </a:r>
          </a:p>
          <a:p>
            <a:pPr lvl="1" indent="-342900"/>
            <a:r>
              <a:rPr lang="fr-FR" dirty="0"/>
              <a:t>&lt;</a:t>
            </a:r>
            <a:r>
              <a:rPr lang="fr-FR" dirty="0" err="1"/>
              <a:t>strong</a:t>
            </a:r>
            <a:r>
              <a:rPr lang="fr-FR" dirty="0"/>
              <a:t>&gt; : mise en gras (</a:t>
            </a:r>
            <a:r>
              <a:rPr lang="fr-FR" b="1" dirty="0"/>
              <a:t>&lt;</a:t>
            </a:r>
            <a:r>
              <a:rPr lang="fr-FR" b="1" dirty="0" err="1"/>
              <a:t>strong</a:t>
            </a:r>
            <a:r>
              <a:rPr lang="fr-FR" b="1" dirty="0"/>
              <a:t>&gt;</a:t>
            </a:r>
            <a:r>
              <a:rPr lang="fr-FR" dirty="0"/>
              <a:t>texte en gras</a:t>
            </a:r>
            <a:r>
              <a:rPr lang="fr-FR" b="1" dirty="0"/>
              <a:t>&lt;/</a:t>
            </a:r>
            <a:r>
              <a:rPr lang="fr-FR" b="1" dirty="0" err="1"/>
              <a:t>strong</a:t>
            </a:r>
            <a:r>
              <a:rPr lang="fr-FR" b="1" dirty="0"/>
              <a:t>&gt;</a:t>
            </a:r>
            <a:r>
              <a:rPr lang="fr-FR" dirty="0"/>
              <a:t>)</a:t>
            </a:r>
          </a:p>
          <a:p>
            <a:pPr lvl="1" indent="-342900"/>
            <a:r>
              <a:rPr lang="fr-FR" b="1" dirty="0"/>
              <a:t>&lt;</a:t>
            </a:r>
            <a:r>
              <a:rPr lang="fr-FR" b="1" dirty="0" err="1"/>
              <a:t>ul</a:t>
            </a:r>
            <a:r>
              <a:rPr lang="fr-FR" b="1" dirty="0"/>
              <a:t>&gt;</a:t>
            </a:r>
            <a:r>
              <a:rPr lang="fr-FR" dirty="0"/>
              <a:t> et </a:t>
            </a:r>
            <a:r>
              <a:rPr lang="fr-FR" b="1" dirty="0"/>
              <a:t>&lt;li&gt;</a:t>
            </a:r>
            <a:r>
              <a:rPr lang="fr-FR" dirty="0"/>
              <a:t> : liste d'élément et item de liste</a:t>
            </a:r>
          </a:p>
          <a:p>
            <a:pPr marL="800100" lvl="2" indent="0">
              <a:buNone/>
            </a:pPr>
            <a:r>
              <a:rPr lang="fr-FR" b="1" dirty="0"/>
              <a:t>&lt;</a:t>
            </a:r>
            <a:r>
              <a:rPr lang="fr-FR" b="1" dirty="0" err="1"/>
              <a:t>ul</a:t>
            </a:r>
            <a:r>
              <a:rPr lang="fr-FR" b="1" dirty="0"/>
              <a:t>&gt;</a:t>
            </a:r>
          </a:p>
          <a:p>
            <a:pPr marL="800100" lvl="2" indent="0">
              <a:buNone/>
            </a:pPr>
            <a:r>
              <a:rPr lang="fr-FR" dirty="0"/>
              <a:t>  </a:t>
            </a:r>
            <a:r>
              <a:rPr lang="fr-FR" b="1" dirty="0"/>
              <a:t>&lt;li&gt;</a:t>
            </a:r>
            <a:r>
              <a:rPr lang="fr-FR" dirty="0"/>
              <a:t>Premier item</a:t>
            </a:r>
            <a:r>
              <a:rPr lang="fr-FR" b="1" dirty="0"/>
              <a:t>&lt;/li&gt;</a:t>
            </a:r>
            <a:endParaRPr lang="fr-FR" dirty="0"/>
          </a:p>
          <a:p>
            <a:pPr marL="800100" lvl="2" indent="0">
              <a:buNone/>
            </a:pPr>
            <a:r>
              <a:rPr lang="fr-FR" dirty="0"/>
              <a:t>  </a:t>
            </a:r>
            <a:r>
              <a:rPr lang="fr-FR" b="1" dirty="0"/>
              <a:t>&lt;li&gt;</a:t>
            </a:r>
            <a:r>
              <a:rPr lang="fr-FR" dirty="0"/>
              <a:t>Second item</a:t>
            </a:r>
            <a:r>
              <a:rPr lang="fr-FR" b="1" dirty="0"/>
              <a:t>&lt;/li&gt;</a:t>
            </a:r>
          </a:p>
          <a:p>
            <a:pPr marL="800100" lvl="2" indent="0">
              <a:buNone/>
            </a:pPr>
            <a:r>
              <a:rPr lang="fr-FR" b="1" dirty="0"/>
              <a:t>&lt;/</a:t>
            </a:r>
            <a:r>
              <a:rPr lang="fr-FR" b="1" dirty="0" err="1"/>
              <a:t>ul</a:t>
            </a:r>
            <a:r>
              <a:rPr lang="fr-FR" b="1" dirty="0"/>
              <a:t>&gt;</a:t>
            </a:r>
          </a:p>
        </p:txBody>
      </p:sp>
    </p:spTree>
    <p:extLst>
      <p:ext uri="{BB962C8B-B14F-4D97-AF65-F5344CB8AC3E}">
        <p14:creationId xmlns:p14="http://schemas.microsoft.com/office/powerpoint/2010/main" val="3774394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B6B031-561E-42E5-806B-4130B25FD022}"/>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8FC728FB-EFAD-4318-B57E-92320F8580C7}"/>
              </a:ext>
            </a:extLst>
          </p:cNvPr>
          <p:cNvSpPr>
            <a:spLocks noGrp="1"/>
          </p:cNvSpPr>
          <p:nvPr>
            <p:ph idx="1"/>
          </p:nvPr>
        </p:nvSpPr>
        <p:spPr/>
        <p:txBody>
          <a:bodyPr vert="horz" lIns="91440" tIns="45720" rIns="91440" bIns="45720" rtlCol="0" anchor="t">
            <a:normAutofit/>
          </a:bodyPr>
          <a:lstStyle/>
          <a:p>
            <a:r>
              <a:rPr lang="fr-FR" dirty="0"/>
              <a:t>Balises pour faire des références à des éléments extérieurs</a:t>
            </a:r>
          </a:p>
          <a:p>
            <a:pPr lvl="1"/>
            <a:r>
              <a:rPr lang="fr-FR" dirty="0"/>
              <a:t>&lt;a&gt; : définir un lien hypertexte (&lt;</a:t>
            </a:r>
            <a:r>
              <a:rPr lang="fr-FR" b="1" dirty="0"/>
              <a:t>a href</a:t>
            </a:r>
            <a:r>
              <a:rPr lang="fr-FR" dirty="0"/>
              <a:t>=« http://www.google.fr"&gt;Lien vers google</a:t>
            </a:r>
            <a:r>
              <a:rPr lang="fr-FR" b="1" dirty="0"/>
              <a:t>&lt;/a&gt;</a:t>
            </a:r>
            <a:r>
              <a:rPr lang="fr-FR" dirty="0"/>
              <a:t>)</a:t>
            </a:r>
          </a:p>
          <a:p>
            <a:pPr lvl="1"/>
            <a:r>
              <a:rPr lang="fr-FR" dirty="0"/>
              <a:t>&lt;</a:t>
            </a:r>
            <a:r>
              <a:rPr lang="fr-FR" dirty="0" err="1"/>
              <a:t>img</a:t>
            </a:r>
            <a:r>
              <a:rPr lang="fr-FR" dirty="0"/>
              <a:t>&gt; : inclure une image (&lt;</a:t>
            </a:r>
            <a:r>
              <a:rPr lang="fr-FR" b="1" dirty="0" err="1"/>
              <a:t>img</a:t>
            </a:r>
            <a:r>
              <a:rPr lang="fr-FR" b="1" dirty="0"/>
              <a:t> src</a:t>
            </a:r>
            <a:r>
              <a:rPr lang="fr-FR" dirty="0"/>
              <a:t>="image.jpg" /&gt;)</a:t>
            </a:r>
          </a:p>
          <a:p>
            <a:pPr lvl="1"/>
            <a:endParaRPr lang="fr-FR" dirty="0"/>
          </a:p>
          <a:p>
            <a:pPr lvl="1"/>
            <a:endParaRPr lang="fr-FR" dirty="0"/>
          </a:p>
          <a:p>
            <a:pPr lvl="1"/>
            <a:r>
              <a:rPr lang="fr-FR" dirty="0"/>
              <a:t>Les valeurs pour les attributs href et src sont des URL (des liens) qui peuvent être absolus ou relatifs. Ici </a:t>
            </a:r>
            <a:r>
              <a:rPr lang="fr-FR" dirty="0">
                <a:hlinkClick r:id="rId2"/>
              </a:rPr>
              <a:t>www.google.fr</a:t>
            </a:r>
            <a:r>
              <a:rPr lang="fr-FR" dirty="0"/>
              <a:t> est un lien absolu, tandis que image.jpg est un lien relatif (image.jpg doit se trouver à côté du fichier HTML qui y fait référence)</a:t>
            </a:r>
          </a:p>
        </p:txBody>
      </p:sp>
    </p:spTree>
    <p:extLst>
      <p:ext uri="{BB962C8B-B14F-4D97-AF65-F5344CB8AC3E}">
        <p14:creationId xmlns:p14="http://schemas.microsoft.com/office/powerpoint/2010/main" val="1994863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B6B031-561E-42E5-806B-4130B25FD022}"/>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8FC728FB-EFAD-4318-B57E-92320F8580C7}"/>
              </a:ext>
            </a:extLst>
          </p:cNvPr>
          <p:cNvSpPr>
            <a:spLocks noGrp="1"/>
          </p:cNvSpPr>
          <p:nvPr>
            <p:ph idx="1"/>
          </p:nvPr>
        </p:nvSpPr>
        <p:spPr/>
        <p:txBody>
          <a:bodyPr vert="horz" lIns="91440" tIns="45720" rIns="91440" bIns="45720" rtlCol="0" anchor="t">
            <a:normAutofit/>
          </a:bodyPr>
          <a:lstStyle/>
          <a:p>
            <a:r>
              <a:rPr lang="fr-FR" dirty="0"/>
              <a:t>Il existe de nombreuses autres balises permettant de mettre en page un site :</a:t>
            </a:r>
          </a:p>
          <a:p>
            <a:pPr lvl="1"/>
            <a:r>
              <a:rPr lang="fr-FR" dirty="0"/>
              <a:t>Mise en forme de tableaux avec &lt;table&gt;</a:t>
            </a:r>
          </a:p>
          <a:p>
            <a:pPr lvl="1"/>
            <a:r>
              <a:rPr lang="fr-FR" dirty="0"/>
              <a:t>Création de formulaires avec &lt;form&gt; (sera vu en pratique)</a:t>
            </a:r>
          </a:p>
          <a:p>
            <a:pPr lvl="1"/>
            <a:r>
              <a:rPr lang="fr-FR" dirty="0"/>
              <a:t>Inclusion de vidéos avec &lt;</a:t>
            </a:r>
            <a:r>
              <a:rPr lang="fr-FR" dirty="0" err="1"/>
              <a:t>video</a:t>
            </a:r>
            <a:r>
              <a:rPr lang="fr-FR" dirty="0"/>
              <a:t>&gt;</a:t>
            </a:r>
          </a:p>
          <a:p>
            <a:pPr lvl="1"/>
            <a:r>
              <a:rPr lang="fr-FR" dirty="0"/>
              <a:t>Etc.</a:t>
            </a:r>
          </a:p>
          <a:p>
            <a:r>
              <a:rPr lang="fr-FR" dirty="0"/>
              <a:t>Vous pourrez trouver des informations sur toutes les balises existantes sur </a:t>
            </a:r>
            <a:r>
              <a:rPr lang="fr-FR" dirty="0">
                <a:ea typeface="+mn-lt"/>
                <a:cs typeface="+mn-lt"/>
                <a:hlinkClick r:id="rId2"/>
              </a:rPr>
              <a:t>https://www.w3schools.com/html/</a:t>
            </a:r>
            <a:endParaRPr lang="fr-FR" dirty="0">
              <a:ea typeface="+mn-lt"/>
              <a:cs typeface="+mn-lt"/>
            </a:endParaRPr>
          </a:p>
          <a:p>
            <a:endParaRPr lang="fr-FR" dirty="0"/>
          </a:p>
        </p:txBody>
      </p:sp>
    </p:spTree>
    <p:extLst>
      <p:ext uri="{BB962C8B-B14F-4D97-AF65-F5344CB8AC3E}">
        <p14:creationId xmlns:p14="http://schemas.microsoft.com/office/powerpoint/2010/main" val="4011821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B6B031-561E-42E5-806B-4130B25FD022}"/>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8FC728FB-EFAD-4318-B57E-92320F8580C7}"/>
              </a:ext>
            </a:extLst>
          </p:cNvPr>
          <p:cNvSpPr>
            <a:spLocks noGrp="1"/>
          </p:cNvSpPr>
          <p:nvPr>
            <p:ph idx="1"/>
          </p:nvPr>
        </p:nvSpPr>
        <p:spPr/>
        <p:txBody>
          <a:bodyPr vert="horz" lIns="91440" tIns="45720" rIns="91440" bIns="45720" rtlCol="0" anchor="t">
            <a:normAutofit fontScale="85000" lnSpcReduction="20000"/>
          </a:bodyPr>
          <a:lstStyle/>
          <a:p>
            <a:r>
              <a:rPr lang="fr-FR" dirty="0"/>
              <a:t>Tableau :</a:t>
            </a:r>
          </a:p>
          <a:p>
            <a:endParaRPr lang="fr-FR" dirty="0"/>
          </a:p>
          <a:p>
            <a:pPr marL="0" indent="0">
              <a:lnSpc>
                <a:spcPct val="120000"/>
              </a:lnSpc>
              <a:spcBef>
                <a:spcPts val="0"/>
              </a:spcBef>
              <a:buNone/>
            </a:pPr>
            <a:r>
              <a:rPr lang="fr-FR" b="1" dirty="0">
                <a:latin typeface="Courier New" panose="02070309020205020404" pitchFamily="49" charset="0"/>
                <a:cs typeface="Courier New" panose="02070309020205020404" pitchFamily="49" charset="0"/>
              </a:rPr>
              <a:t>&lt;table&gt;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&lt;tr&gt;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&lt;th&gt;</a:t>
            </a:r>
            <a:r>
              <a:rPr lang="fr-FR" dirty="0">
                <a:latin typeface="Courier New" panose="02070309020205020404" pitchFamily="49" charset="0"/>
                <a:cs typeface="Courier New" panose="02070309020205020404" pitchFamily="49" charset="0"/>
              </a:rPr>
              <a:t>Entête colonne 1</a:t>
            </a:r>
            <a:r>
              <a:rPr lang="fr-FR" b="1" dirty="0">
                <a:latin typeface="Courier New" panose="02070309020205020404" pitchFamily="49" charset="0"/>
                <a:cs typeface="Courier New" panose="02070309020205020404" pitchFamily="49" charset="0"/>
              </a:rPr>
              <a:t>&lt;/th&gt;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&lt;th&gt;</a:t>
            </a:r>
            <a:r>
              <a:rPr lang="fr-FR" dirty="0">
                <a:latin typeface="Courier New" panose="02070309020205020404" pitchFamily="49" charset="0"/>
                <a:cs typeface="Courier New" panose="02070309020205020404" pitchFamily="49" charset="0"/>
              </a:rPr>
              <a:t>Entête colonne 2</a:t>
            </a:r>
            <a:r>
              <a:rPr lang="fr-FR" b="1" dirty="0">
                <a:latin typeface="Courier New" panose="02070309020205020404" pitchFamily="49" charset="0"/>
                <a:cs typeface="Courier New" panose="02070309020205020404" pitchFamily="49" charset="0"/>
              </a:rPr>
              <a:t>&lt;/th&gt;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&lt;/tr&gt;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&lt;tr&gt;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&lt;td&gt;</a:t>
            </a:r>
            <a:r>
              <a:rPr lang="fr-FR" dirty="0">
                <a:latin typeface="Courier New" panose="02070309020205020404" pitchFamily="49" charset="0"/>
                <a:cs typeface="Courier New" panose="02070309020205020404" pitchFamily="49" charset="0"/>
              </a:rPr>
              <a:t>Cellule 1, ligne 1</a:t>
            </a:r>
            <a:r>
              <a:rPr lang="fr-FR" b="1" dirty="0">
                <a:latin typeface="Courier New" panose="02070309020205020404" pitchFamily="49" charset="0"/>
                <a:cs typeface="Courier New" panose="02070309020205020404" pitchFamily="49" charset="0"/>
              </a:rPr>
              <a:t>&lt;/td&gt;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&lt;td&gt;</a:t>
            </a:r>
            <a:r>
              <a:rPr lang="fr-FR" dirty="0">
                <a:latin typeface="Courier New" panose="02070309020205020404" pitchFamily="49" charset="0"/>
                <a:cs typeface="Courier New" panose="02070309020205020404" pitchFamily="49" charset="0"/>
              </a:rPr>
              <a:t>Cellule 2, ligne 1</a:t>
            </a:r>
            <a:r>
              <a:rPr lang="fr-FR" b="1" dirty="0">
                <a:latin typeface="Courier New" panose="02070309020205020404" pitchFamily="49" charset="0"/>
                <a:cs typeface="Courier New" panose="02070309020205020404" pitchFamily="49" charset="0"/>
              </a:rPr>
              <a:t>&lt;/td&gt;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&lt;/tr&gt;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&lt;tr&gt;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&lt;td&gt;</a:t>
            </a:r>
            <a:r>
              <a:rPr lang="fr-FR" dirty="0">
                <a:latin typeface="Courier New" panose="02070309020205020404" pitchFamily="49" charset="0"/>
                <a:cs typeface="Courier New" panose="02070309020205020404" pitchFamily="49" charset="0"/>
              </a:rPr>
              <a:t>Cellule 1, ligne 2</a:t>
            </a:r>
            <a:r>
              <a:rPr lang="fr-FR" b="1" dirty="0">
                <a:latin typeface="Courier New" panose="02070309020205020404" pitchFamily="49" charset="0"/>
                <a:cs typeface="Courier New" panose="02070309020205020404" pitchFamily="49" charset="0"/>
              </a:rPr>
              <a:t>&lt;/td&gt;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&lt;td&gt;</a:t>
            </a:r>
            <a:r>
              <a:rPr lang="fr-FR" dirty="0">
                <a:latin typeface="Courier New" panose="02070309020205020404" pitchFamily="49" charset="0"/>
                <a:cs typeface="Courier New" panose="02070309020205020404" pitchFamily="49" charset="0"/>
              </a:rPr>
              <a:t>Cellule 2, ligne 2</a:t>
            </a:r>
            <a:r>
              <a:rPr lang="fr-FR" b="1" dirty="0">
                <a:latin typeface="Courier New" panose="02070309020205020404" pitchFamily="49" charset="0"/>
                <a:cs typeface="Courier New" panose="02070309020205020404" pitchFamily="49" charset="0"/>
              </a:rPr>
              <a:t>&lt;/td&gt;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&lt;/tr&gt;</a:t>
            </a:r>
          </a:p>
          <a:p>
            <a:pPr marL="0" indent="0">
              <a:lnSpc>
                <a:spcPct val="120000"/>
              </a:lnSpc>
              <a:spcBef>
                <a:spcPts val="0"/>
              </a:spcBef>
              <a:buNone/>
            </a:pPr>
            <a:r>
              <a:rPr lang="fr-FR" b="1" dirty="0">
                <a:latin typeface="Courier New" panose="02070309020205020404" pitchFamily="49" charset="0"/>
                <a:cs typeface="Courier New" panose="02070309020205020404" pitchFamily="49" charset="0"/>
              </a:rPr>
              <a:t>&lt;/table&gt;</a:t>
            </a:r>
          </a:p>
        </p:txBody>
      </p:sp>
    </p:spTree>
    <p:extLst>
      <p:ext uri="{BB962C8B-B14F-4D97-AF65-F5344CB8AC3E}">
        <p14:creationId xmlns:p14="http://schemas.microsoft.com/office/powerpoint/2010/main" val="578817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B6B031-561E-42E5-806B-4130B25FD022}"/>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8FC728FB-EFAD-4318-B57E-92320F8580C7}"/>
              </a:ext>
            </a:extLst>
          </p:cNvPr>
          <p:cNvSpPr>
            <a:spLocks noGrp="1"/>
          </p:cNvSpPr>
          <p:nvPr>
            <p:ph idx="1"/>
          </p:nvPr>
        </p:nvSpPr>
        <p:spPr/>
        <p:txBody>
          <a:bodyPr vert="horz" lIns="91440" tIns="45720" rIns="91440" bIns="45720" rtlCol="0" anchor="t">
            <a:normAutofit/>
          </a:bodyPr>
          <a:lstStyle/>
          <a:p>
            <a:r>
              <a:rPr lang="fr-FR" dirty="0"/>
              <a:t>Formulaires :</a:t>
            </a:r>
          </a:p>
          <a:p>
            <a:endParaRPr lang="fr-FR" dirty="0"/>
          </a:p>
          <a:p>
            <a:pPr marL="0" indent="0">
              <a:lnSpc>
                <a:spcPct val="120000"/>
              </a:lnSpc>
              <a:spcBef>
                <a:spcPts val="0"/>
              </a:spcBef>
              <a:buNone/>
            </a:pPr>
            <a:r>
              <a:rPr lang="fr-FR" b="1" dirty="0">
                <a:latin typeface="Courier New" panose="02070309020205020404" pitchFamily="49" charset="0"/>
                <a:cs typeface="Courier New" panose="02070309020205020404" pitchFamily="49" charset="0"/>
              </a:rPr>
              <a:t>&lt;</a:t>
            </a:r>
            <a:r>
              <a:rPr lang="fr-FR" b="1" dirty="0" err="1">
                <a:latin typeface="Courier New" panose="02070309020205020404" pitchFamily="49" charset="0"/>
                <a:cs typeface="Courier New" panose="02070309020205020404" pitchFamily="49" charset="0"/>
              </a:rPr>
              <a:t>form</a:t>
            </a:r>
            <a:r>
              <a:rPr lang="fr-FR" b="1" dirty="0">
                <a:latin typeface="Courier New" panose="02070309020205020404" pitchFamily="49" charset="0"/>
                <a:cs typeface="Courier New" panose="02070309020205020404" pitchFamily="49" charset="0"/>
              </a:rPr>
              <a:t> </a:t>
            </a:r>
            <a:r>
              <a:rPr lang="fr-FR" b="1" dirty="0" err="1">
                <a:latin typeface="Courier New" panose="02070309020205020404" pitchFamily="49" charset="0"/>
                <a:cs typeface="Courier New" panose="02070309020205020404" pitchFamily="49" charset="0"/>
              </a:rPr>
              <a:t>method</a:t>
            </a:r>
            <a:r>
              <a:rPr lang="fr-FR" b="1" dirty="0">
                <a:latin typeface="Courier New" panose="02070309020205020404" pitchFamily="49" charset="0"/>
                <a:cs typeface="Courier New" panose="02070309020205020404" pitchFamily="49" charset="0"/>
              </a:rPr>
              <a:t>=</a:t>
            </a:r>
            <a:r>
              <a:rPr lang="fr-FR" dirty="0"/>
              <a:t>"</a:t>
            </a:r>
            <a:r>
              <a:rPr lang="fr-FR" b="1" dirty="0">
                <a:latin typeface="Courier New" panose="02070309020205020404" pitchFamily="49" charset="0"/>
                <a:cs typeface="Courier New" panose="02070309020205020404" pitchFamily="49" charset="0"/>
              </a:rPr>
              <a:t>post</a:t>
            </a:r>
            <a:r>
              <a:rPr lang="fr-FR" dirty="0"/>
              <a:t>"</a:t>
            </a:r>
            <a:r>
              <a:rPr lang="fr-FR" b="1" dirty="0">
                <a:latin typeface="Courier New" panose="02070309020205020404" pitchFamily="49" charset="0"/>
                <a:cs typeface="Courier New" panose="02070309020205020404" pitchFamily="49" charset="0"/>
              </a:rPr>
              <a:t> action=</a:t>
            </a:r>
            <a:r>
              <a:rPr lang="fr-FR" dirty="0"/>
              <a:t>"url.html"</a:t>
            </a:r>
            <a:r>
              <a:rPr lang="fr-FR" b="1" dirty="0">
                <a:latin typeface="Courier New" panose="02070309020205020404" pitchFamily="49" charset="0"/>
                <a:cs typeface="Courier New" panose="02070309020205020404" pitchFamily="49" charset="0"/>
              </a:rPr>
              <a:t>&gt;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&lt;label&gt;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Nom : </a:t>
            </a:r>
            <a:r>
              <a:rPr lang="fr-FR" b="1" dirty="0">
                <a:latin typeface="Courier New" panose="02070309020205020404" pitchFamily="49" charset="0"/>
                <a:cs typeface="Courier New" panose="02070309020205020404" pitchFamily="49" charset="0"/>
              </a:rPr>
              <a:t>&lt;input type=</a:t>
            </a:r>
            <a:r>
              <a:rPr lang="fr-FR" dirty="0"/>
              <a:t>"</a:t>
            </a:r>
            <a:r>
              <a:rPr lang="fr-FR" dirty="0" err="1"/>
              <a:t>text</a:t>
            </a:r>
            <a:r>
              <a:rPr lang="fr-FR" dirty="0"/>
              <a:t>" </a:t>
            </a:r>
            <a:r>
              <a:rPr lang="fr-FR" dirty="0" err="1"/>
              <a:t>name</a:t>
            </a:r>
            <a:r>
              <a:rPr lang="fr-FR" dirty="0"/>
              <a:t>="nom" /&gt;</a:t>
            </a:r>
            <a:endParaRPr lang="fr-FR"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&lt;/label&gt;</a:t>
            </a:r>
          </a:p>
          <a:p>
            <a:pPr marL="0" indent="0">
              <a:lnSpc>
                <a:spcPct val="120000"/>
              </a:lnSpc>
              <a:spcBef>
                <a:spcPts val="0"/>
              </a:spcBef>
              <a:buNone/>
            </a:pPr>
            <a:r>
              <a:rPr lang="fr-FR" b="1" dirty="0">
                <a:latin typeface="Courier New" panose="02070309020205020404" pitchFamily="49" charset="0"/>
                <a:cs typeface="Courier New" panose="02070309020205020404" pitchFamily="49" charset="0"/>
              </a:rPr>
              <a:t>	&lt;label&gt;</a:t>
            </a: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Prénom : </a:t>
            </a:r>
            <a:r>
              <a:rPr lang="fr-FR" b="1" dirty="0">
                <a:latin typeface="Courier New" panose="02070309020205020404" pitchFamily="49" charset="0"/>
                <a:cs typeface="Courier New" panose="02070309020205020404" pitchFamily="49" charset="0"/>
              </a:rPr>
              <a:t>&lt;input type=</a:t>
            </a:r>
            <a:r>
              <a:rPr lang="fr-FR" dirty="0"/>
              <a:t>"</a:t>
            </a:r>
            <a:r>
              <a:rPr lang="fr-FR" dirty="0" err="1"/>
              <a:t>text</a:t>
            </a:r>
            <a:r>
              <a:rPr lang="fr-FR" dirty="0"/>
              <a:t>" </a:t>
            </a:r>
            <a:r>
              <a:rPr lang="fr-FR" dirty="0" err="1"/>
              <a:t>name</a:t>
            </a:r>
            <a:r>
              <a:rPr lang="fr-FR" dirty="0"/>
              <a:t>="</a:t>
            </a:r>
            <a:r>
              <a:rPr lang="fr-FR" dirty="0" err="1"/>
              <a:t>prenom</a:t>
            </a:r>
            <a:r>
              <a:rPr lang="fr-FR" dirty="0"/>
              <a:t>" /&gt;</a:t>
            </a:r>
            <a:endParaRPr lang="fr-FR"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fr-FR" dirty="0">
                <a:latin typeface="Courier New" panose="02070309020205020404" pitchFamily="49" charset="0"/>
                <a:cs typeface="Courier New" panose="02070309020205020404" pitchFamily="49" charset="0"/>
              </a:rPr>
              <a:t>	</a:t>
            </a:r>
            <a:r>
              <a:rPr lang="fr-FR" b="1" dirty="0">
                <a:latin typeface="Courier New" panose="02070309020205020404" pitchFamily="49" charset="0"/>
                <a:cs typeface="Courier New" panose="02070309020205020404" pitchFamily="49" charset="0"/>
              </a:rPr>
              <a:t>&lt;/label&gt;</a:t>
            </a:r>
          </a:p>
          <a:p>
            <a:pPr marL="0" indent="0">
              <a:lnSpc>
                <a:spcPct val="120000"/>
              </a:lnSpc>
              <a:spcBef>
                <a:spcPts val="0"/>
              </a:spcBef>
              <a:buNone/>
            </a:pPr>
            <a:r>
              <a:rPr lang="fr-FR" b="1" dirty="0">
                <a:latin typeface="Courier New" panose="02070309020205020404" pitchFamily="49" charset="0"/>
                <a:cs typeface="Courier New" panose="02070309020205020404" pitchFamily="49" charset="0"/>
              </a:rPr>
              <a:t>	&lt;input type=</a:t>
            </a:r>
            <a:r>
              <a:rPr lang="fr-FR" dirty="0"/>
              <a:t>"</a:t>
            </a:r>
            <a:r>
              <a:rPr lang="fr-FR" dirty="0" err="1"/>
              <a:t>submit</a:t>
            </a:r>
            <a:r>
              <a:rPr lang="fr-FR" dirty="0"/>
              <a:t>" </a:t>
            </a:r>
            <a:r>
              <a:rPr lang="fr-FR" b="1" dirty="0"/>
              <a:t>/&gt;</a:t>
            </a:r>
            <a:endParaRPr lang="fr-FR" b="1" dirty="0">
              <a:latin typeface="Courier New" panose="02070309020205020404" pitchFamily="49" charset="0"/>
              <a:cs typeface="Courier New" panose="02070309020205020404" pitchFamily="49" charset="0"/>
            </a:endParaRPr>
          </a:p>
          <a:p>
            <a:pPr marL="0" indent="0">
              <a:lnSpc>
                <a:spcPct val="120000"/>
              </a:lnSpc>
              <a:spcBef>
                <a:spcPts val="0"/>
              </a:spcBef>
              <a:buNone/>
            </a:pPr>
            <a:r>
              <a:rPr lang="fr-FR" b="1" dirty="0">
                <a:latin typeface="Courier New" panose="02070309020205020404" pitchFamily="49" charset="0"/>
                <a:cs typeface="Courier New" panose="02070309020205020404" pitchFamily="49" charset="0"/>
              </a:rPr>
              <a:t>&lt;/</a:t>
            </a:r>
            <a:r>
              <a:rPr lang="fr-FR" b="1" dirty="0" err="1">
                <a:latin typeface="Courier New" panose="02070309020205020404" pitchFamily="49" charset="0"/>
                <a:cs typeface="Courier New" panose="02070309020205020404" pitchFamily="49" charset="0"/>
              </a:rPr>
              <a:t>form</a:t>
            </a:r>
            <a:r>
              <a:rPr lang="fr-FR" b="1" dirty="0">
                <a:latin typeface="Courier New" panose="02070309020205020404" pitchFamily="49" charset="0"/>
                <a:cs typeface="Courier New" panose="02070309020205020404" pitchFamily="49" charset="0"/>
              </a:rPr>
              <a:t>&gt;</a:t>
            </a:r>
          </a:p>
        </p:txBody>
      </p:sp>
    </p:spTree>
    <p:extLst>
      <p:ext uri="{BB962C8B-B14F-4D97-AF65-F5344CB8AC3E}">
        <p14:creationId xmlns:p14="http://schemas.microsoft.com/office/powerpoint/2010/main" val="4075725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B6B031-561E-42E5-806B-4130B25FD022}"/>
              </a:ext>
            </a:extLst>
          </p:cNvPr>
          <p:cNvSpPr>
            <a:spLocks noGrp="1"/>
          </p:cNvSpPr>
          <p:nvPr>
            <p:ph type="title"/>
          </p:nvPr>
        </p:nvSpPr>
        <p:spPr/>
        <p:txBody>
          <a:bodyPr/>
          <a:lstStyle/>
          <a:p>
            <a:r>
              <a:rPr lang="fr-FR" dirty="0"/>
              <a:t>HTML</a:t>
            </a:r>
          </a:p>
        </p:txBody>
      </p:sp>
      <p:sp>
        <p:nvSpPr>
          <p:cNvPr id="3" name="Espace réservé du contenu 2">
            <a:extLst>
              <a:ext uri="{FF2B5EF4-FFF2-40B4-BE49-F238E27FC236}">
                <a16:creationId xmlns:a16="http://schemas.microsoft.com/office/drawing/2014/main" id="{8FC728FB-EFAD-4318-B57E-92320F8580C7}"/>
              </a:ext>
            </a:extLst>
          </p:cNvPr>
          <p:cNvSpPr>
            <a:spLocks noGrp="1"/>
          </p:cNvSpPr>
          <p:nvPr>
            <p:ph idx="1"/>
          </p:nvPr>
        </p:nvSpPr>
        <p:spPr/>
        <p:txBody>
          <a:bodyPr vert="horz" lIns="91440" tIns="45720" rIns="91440" bIns="45720" rtlCol="0" anchor="t">
            <a:normAutofit/>
          </a:bodyPr>
          <a:lstStyle/>
          <a:p>
            <a:r>
              <a:rPr lang="fr-FR" dirty="0"/>
              <a:t>A</a:t>
            </a:r>
            <a:r>
              <a:rPr lang="fr-FR" dirty="0">
                <a:ea typeface="+mn-lt"/>
                <a:cs typeface="+mn-lt"/>
              </a:rPr>
              <a:t> noter : HTML est souvent utilisé avec deux autres langages, que nous n'étudierons pas spécifiquement :</a:t>
            </a:r>
            <a:endParaRPr lang="fr-FR" dirty="0"/>
          </a:p>
          <a:p>
            <a:pPr lvl="1"/>
            <a:r>
              <a:rPr lang="fr-FR" dirty="0"/>
              <a:t>CSS : Ce langage permet de décrire les informations de style d'une page Web (police du texte, couleur et forme des boutons, etc.)</a:t>
            </a:r>
          </a:p>
          <a:p>
            <a:pPr lvl="1"/>
            <a:r>
              <a:rPr lang="fr-FR" dirty="0"/>
              <a:t>JavaScript : Ce langage permet de définir des comportements dynamique côté client, de façon à pouvoir modifier le contenu d'une page en fonction d'actions de l'utilisateur</a:t>
            </a:r>
          </a:p>
        </p:txBody>
      </p:sp>
    </p:spTree>
    <p:extLst>
      <p:ext uri="{BB962C8B-B14F-4D97-AF65-F5344CB8AC3E}">
        <p14:creationId xmlns:p14="http://schemas.microsoft.com/office/powerpoint/2010/main" val="1681559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7D12E0-0A45-448C-9BEA-C829847F5542}"/>
              </a:ext>
            </a:extLst>
          </p:cNvPr>
          <p:cNvSpPr>
            <a:spLocks noGrp="1"/>
          </p:cNvSpPr>
          <p:nvPr>
            <p:ph type="title"/>
          </p:nvPr>
        </p:nvSpPr>
        <p:spPr/>
        <p:txBody>
          <a:bodyPr/>
          <a:lstStyle/>
          <a:p>
            <a:r>
              <a:rPr lang="fr-FR" dirty="0"/>
              <a:t>Introduction à PHP</a:t>
            </a:r>
          </a:p>
        </p:txBody>
      </p:sp>
      <p:sp>
        <p:nvSpPr>
          <p:cNvPr id="3" name="Espace réservé du texte 2">
            <a:extLst>
              <a:ext uri="{FF2B5EF4-FFF2-40B4-BE49-F238E27FC236}">
                <a16:creationId xmlns:a16="http://schemas.microsoft.com/office/drawing/2014/main" id="{461D8AF1-F43C-4AF3-89CE-D858EB7F920B}"/>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2979597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Serveur Web</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vert="horz" lIns="91440" tIns="45720" rIns="91440" bIns="45720" rtlCol="0" anchor="t">
            <a:normAutofit/>
          </a:bodyPr>
          <a:lstStyle/>
          <a:p>
            <a:r>
              <a:rPr lang="fr-FR" dirty="0"/>
              <a:t>Le serveur Web construit dynamiquement la page à afficher à partir de la requête</a:t>
            </a:r>
          </a:p>
          <a:p>
            <a:r>
              <a:rPr lang="fr-FR" dirty="0"/>
              <a:t>La description de la façon dont doit être construire la réponse se fait via un langage de programmation capable de générer un fichier HTML</a:t>
            </a:r>
          </a:p>
          <a:p>
            <a:r>
              <a:rPr lang="fr-FR" dirty="0"/>
              <a:t>Quasiment tous les langages de programmation sont </a:t>
            </a:r>
            <a:r>
              <a:rPr lang="fr-FR"/>
              <a:t>capables</a:t>
            </a:r>
            <a:r>
              <a:rPr lang="fr-FR" dirty="0"/>
              <a:t> d’interpréter une requête HTTP et de renvoyer une page Web à l’émetteur</a:t>
            </a:r>
          </a:p>
          <a:p>
            <a:r>
              <a:rPr lang="fr-FR" dirty="0"/>
              <a:t>Dans le cadre de ce cours nous utiliserons </a:t>
            </a:r>
            <a:r>
              <a:rPr lang="fr-FR" b="1" dirty="0"/>
              <a:t>PHP</a:t>
            </a:r>
          </a:p>
        </p:txBody>
      </p:sp>
    </p:spTree>
    <p:extLst>
      <p:ext uri="{BB962C8B-B14F-4D97-AF65-F5344CB8AC3E}">
        <p14:creationId xmlns:p14="http://schemas.microsoft.com/office/powerpoint/2010/main" val="3987055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6AA653-658F-41C9-873F-5CCED7E07B91}"/>
              </a:ext>
            </a:extLst>
          </p:cNvPr>
          <p:cNvSpPr>
            <a:spLocks noGrp="1"/>
          </p:cNvSpPr>
          <p:nvPr>
            <p:ph type="title"/>
          </p:nvPr>
        </p:nvSpPr>
        <p:spPr/>
        <p:txBody>
          <a:bodyPr/>
          <a:lstStyle/>
          <a:p>
            <a:r>
              <a:rPr lang="fr-FR" dirty="0"/>
              <a:t>PHP</a:t>
            </a:r>
          </a:p>
        </p:txBody>
      </p:sp>
      <p:sp>
        <p:nvSpPr>
          <p:cNvPr id="3" name="Espace réservé du contenu 2">
            <a:extLst>
              <a:ext uri="{FF2B5EF4-FFF2-40B4-BE49-F238E27FC236}">
                <a16:creationId xmlns:a16="http://schemas.microsoft.com/office/drawing/2014/main" id="{59B1BF52-7F6B-4CC1-97E8-A64711A760CF}"/>
              </a:ext>
            </a:extLst>
          </p:cNvPr>
          <p:cNvSpPr>
            <a:spLocks noGrp="1"/>
          </p:cNvSpPr>
          <p:nvPr>
            <p:ph idx="1"/>
          </p:nvPr>
        </p:nvSpPr>
        <p:spPr/>
        <p:txBody>
          <a:bodyPr vert="horz" lIns="91440" tIns="45720" rIns="91440" bIns="45720" rtlCol="0" anchor="t">
            <a:normAutofit/>
          </a:bodyPr>
          <a:lstStyle/>
          <a:p>
            <a:r>
              <a:rPr lang="fr-FR" dirty="0"/>
              <a:t>PHP date de 1994 mais reste le langage le plus utilisé pour la programmation d’applications Web (~80% des sites internet)</a:t>
            </a:r>
          </a:p>
          <a:p>
            <a:r>
              <a:rPr lang="fr-FR" dirty="0"/>
              <a:t>Langage interprété</a:t>
            </a:r>
          </a:p>
          <a:p>
            <a:r>
              <a:rPr lang="fr-FR" dirty="0"/>
              <a:t>Le contenu des pages Web est décrit dans des fichiers .</a:t>
            </a:r>
            <a:r>
              <a:rPr lang="fr-FR" dirty="0" err="1"/>
              <a:t>php</a:t>
            </a:r>
            <a:r>
              <a:rPr lang="fr-FR" dirty="0"/>
              <a:t> : le serveur interprète les pages .</a:t>
            </a:r>
            <a:r>
              <a:rPr lang="fr-FR" dirty="0" err="1"/>
              <a:t>php</a:t>
            </a:r>
            <a:r>
              <a:rPr lang="fr-FR" dirty="0"/>
              <a:t> pour formuler la réponse aux clients</a:t>
            </a:r>
          </a:p>
          <a:p>
            <a:r>
              <a:rPr lang="fr-FR" dirty="0"/>
              <a:t>Le fichier .</a:t>
            </a:r>
            <a:r>
              <a:rPr lang="fr-FR" dirty="0" err="1"/>
              <a:t>php</a:t>
            </a:r>
            <a:r>
              <a:rPr lang="fr-FR" dirty="0"/>
              <a:t> est un mélange de contenu statique (écrit en HTML) et de contenu dynamique (écrit en PHP) : le contenu statique est fixe, le contenu dynamique est calculé au moment de la requête (en fonction des paramètres de la requête, en fonction de l'état de la base de données, etc.)</a:t>
            </a:r>
          </a:p>
        </p:txBody>
      </p:sp>
      <p:pic>
        <p:nvPicPr>
          <p:cNvPr id="4" name="Image 4" descr="Une image contenant table&#10;&#10;Description générée automatiquement">
            <a:extLst>
              <a:ext uri="{FF2B5EF4-FFF2-40B4-BE49-F238E27FC236}">
                <a16:creationId xmlns:a16="http://schemas.microsoft.com/office/drawing/2014/main" id="{CB23F0AA-0D69-4FD5-A96C-4CD4D2CC55E4}"/>
              </a:ext>
            </a:extLst>
          </p:cNvPr>
          <p:cNvPicPr>
            <a:picLocks noChangeAspect="1"/>
          </p:cNvPicPr>
          <p:nvPr/>
        </p:nvPicPr>
        <p:blipFill>
          <a:blip r:embed="rId2"/>
          <a:stretch>
            <a:fillRect/>
          </a:stretch>
        </p:blipFill>
        <p:spPr>
          <a:xfrm>
            <a:off x="2920679" y="5198746"/>
            <a:ext cx="4720540" cy="1379748"/>
          </a:xfrm>
          <a:prstGeom prst="rect">
            <a:avLst/>
          </a:prstGeom>
        </p:spPr>
      </p:pic>
    </p:spTree>
    <p:extLst>
      <p:ext uri="{BB962C8B-B14F-4D97-AF65-F5344CB8AC3E}">
        <p14:creationId xmlns:p14="http://schemas.microsoft.com/office/powerpoint/2010/main" val="2026200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6A1DFF-7A48-4B22-9CDD-06C3DE0B0C51}"/>
              </a:ext>
            </a:extLst>
          </p:cNvPr>
          <p:cNvSpPr>
            <a:spLocks noGrp="1"/>
          </p:cNvSpPr>
          <p:nvPr>
            <p:ph type="title"/>
          </p:nvPr>
        </p:nvSpPr>
        <p:spPr/>
        <p:txBody>
          <a:bodyPr/>
          <a:lstStyle/>
          <a:p>
            <a:r>
              <a:rPr lang="fr-FR" dirty="0"/>
              <a:t>PHP</a:t>
            </a:r>
          </a:p>
        </p:txBody>
      </p:sp>
      <p:sp>
        <p:nvSpPr>
          <p:cNvPr id="4" name="Rectangle 1">
            <a:extLst>
              <a:ext uri="{FF2B5EF4-FFF2-40B4-BE49-F238E27FC236}">
                <a16:creationId xmlns:a16="http://schemas.microsoft.com/office/drawing/2014/main" id="{C06922B5-FB9E-401E-9221-C91628B0396D}"/>
              </a:ext>
            </a:extLst>
          </p:cNvPr>
          <p:cNvSpPr>
            <a:spLocks noGrp="1" noChangeArrowheads="1"/>
          </p:cNvSpPr>
          <p:nvPr>
            <p:ph idx="1"/>
          </p:nvPr>
        </p:nvSpPr>
        <p:spPr bwMode="auto">
          <a:xfrm>
            <a:off x="838200" y="2431633"/>
            <a:ext cx="5000984"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rgbClr val="080808"/>
                </a:solidFill>
                <a:effectLst/>
                <a:latin typeface="JetBrains Mono"/>
              </a:rPr>
              <a:t>&lt;</a:t>
            </a:r>
            <a:r>
              <a:rPr kumimoji="0" lang="fr-FR" altLang="fr-FR" b="0" i="0" u="none" strike="noStrike" cap="none" normalizeH="0" baseline="0" dirty="0">
                <a:ln>
                  <a:noFill/>
                </a:ln>
                <a:solidFill>
                  <a:srgbClr val="0033B3"/>
                </a:solidFill>
                <a:effectLst/>
                <a:latin typeface="JetBrains Mono"/>
              </a:rPr>
              <a:t>html </a:t>
            </a:r>
            <a:r>
              <a:rPr kumimoji="0" lang="fr-FR" altLang="fr-FR" b="0" i="0" u="none" strike="noStrike" cap="none" normalizeH="0" baseline="0" dirty="0" err="1">
                <a:ln>
                  <a:noFill/>
                </a:ln>
                <a:solidFill>
                  <a:srgbClr val="174AD4"/>
                </a:solidFill>
                <a:effectLst/>
                <a:latin typeface="JetBrains Mono"/>
              </a:rPr>
              <a:t>lang</a:t>
            </a:r>
            <a:r>
              <a:rPr kumimoji="0" lang="fr-FR" altLang="fr-FR" b="0" i="0" u="none" strike="noStrike" cap="none" normalizeH="0" baseline="0" dirty="0">
                <a:ln>
                  <a:noFill/>
                </a:ln>
                <a:solidFill>
                  <a:srgbClr val="067D17"/>
                </a:solidFill>
                <a:effectLst/>
                <a:latin typeface="JetBrains Mono"/>
              </a:rPr>
              <a:t>="</a:t>
            </a:r>
            <a:r>
              <a:rPr kumimoji="0" lang="fr-FR" altLang="fr-FR" b="0" i="0" u="none" strike="noStrike" cap="none" normalizeH="0" baseline="0" dirty="0" err="1">
                <a:ln>
                  <a:noFill/>
                </a:ln>
                <a:solidFill>
                  <a:srgbClr val="067D17"/>
                </a:solidFill>
                <a:effectLst/>
                <a:latin typeface="JetBrains Mono"/>
              </a:rPr>
              <a:t>fr</a:t>
            </a:r>
            <a:r>
              <a:rPr kumimoji="0" lang="fr-FR" altLang="fr-FR" b="0" i="0" u="none" strike="noStrike" cap="none" normalizeH="0" baseline="0" dirty="0">
                <a:ln>
                  <a:noFill/>
                </a:ln>
                <a:solidFill>
                  <a:srgbClr val="067D17"/>
                </a:solidFill>
                <a:effectLst/>
                <a:latin typeface="JetBrains Mono"/>
              </a:rPr>
              <a:t>"</a:t>
            </a:r>
            <a:r>
              <a:rPr kumimoji="0" lang="fr-FR" altLang="fr-FR" b="0" i="0" u="none" strike="noStrike" cap="none" normalizeH="0" baseline="0" dirty="0">
                <a:ln>
                  <a:noFill/>
                </a:ln>
                <a:solidFill>
                  <a:srgbClr val="080808"/>
                </a:solidFill>
                <a:effectLst/>
                <a:latin typeface="JetBrains Mono"/>
              </a:rPr>
              <a:t>&gt;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&lt;</a:t>
            </a:r>
            <a:r>
              <a:rPr kumimoji="0" lang="fr-FR" altLang="fr-FR" b="0" i="0" u="none" strike="noStrike" cap="none" normalizeH="0" baseline="0" dirty="0" err="1">
                <a:ln>
                  <a:noFill/>
                </a:ln>
                <a:solidFill>
                  <a:srgbClr val="0033B3"/>
                </a:solidFill>
                <a:effectLst/>
                <a:latin typeface="JetBrains Mono"/>
              </a:rPr>
              <a:t>head</a:t>
            </a:r>
            <a:r>
              <a:rPr kumimoji="0" lang="fr-FR" altLang="fr-FR" b="0" i="0" u="none" strike="noStrike" cap="none" normalizeH="0" baseline="0" dirty="0">
                <a:ln>
                  <a:noFill/>
                </a:ln>
                <a:solidFill>
                  <a:srgbClr val="080808"/>
                </a:solidFill>
                <a:effectLst/>
                <a:latin typeface="JetBrains Mono"/>
              </a:rPr>
              <a:t>&gt;&lt;</a:t>
            </a:r>
            <a:r>
              <a:rPr kumimoji="0" lang="fr-FR" altLang="fr-FR" b="0" i="0" u="none" strike="noStrike" cap="none" normalizeH="0" baseline="0" dirty="0" err="1">
                <a:ln>
                  <a:noFill/>
                </a:ln>
                <a:solidFill>
                  <a:srgbClr val="0033B3"/>
                </a:solidFill>
                <a:effectLst/>
                <a:latin typeface="JetBrains Mono"/>
              </a:rPr>
              <a:t>title</a:t>
            </a:r>
            <a:r>
              <a:rPr kumimoji="0" lang="fr-FR" altLang="fr-FR" b="0" i="0" u="none" strike="noStrike" cap="none" normalizeH="0" baseline="0" dirty="0">
                <a:ln>
                  <a:noFill/>
                </a:ln>
                <a:solidFill>
                  <a:srgbClr val="080808"/>
                </a:solidFill>
                <a:effectLst/>
                <a:latin typeface="JetBrains Mono"/>
              </a:rPr>
              <a:t>&gt;test&lt;/</a:t>
            </a:r>
            <a:r>
              <a:rPr kumimoji="0" lang="fr-FR" altLang="fr-FR" b="0" i="0" u="none" strike="noStrike" cap="none" normalizeH="0" baseline="0" dirty="0" err="1">
                <a:ln>
                  <a:noFill/>
                </a:ln>
                <a:solidFill>
                  <a:srgbClr val="0033B3"/>
                </a:solidFill>
                <a:effectLst/>
                <a:latin typeface="JetBrains Mono"/>
              </a:rPr>
              <a:t>title</a:t>
            </a:r>
            <a:r>
              <a:rPr kumimoji="0" lang="fr-FR" altLang="fr-FR" b="0" i="0" u="none" strike="noStrike" cap="none" normalizeH="0" baseline="0" dirty="0">
                <a:ln>
                  <a:noFill/>
                </a:ln>
                <a:solidFill>
                  <a:srgbClr val="080808"/>
                </a:solidFill>
                <a:effectLst/>
                <a:latin typeface="JetBrains Mono"/>
              </a:rPr>
              <a:t>&gt;&lt;/</a:t>
            </a:r>
            <a:r>
              <a:rPr kumimoji="0" lang="fr-FR" altLang="fr-FR" b="0" i="0" u="none" strike="noStrike" cap="none" normalizeH="0" baseline="0" dirty="0" err="1">
                <a:ln>
                  <a:noFill/>
                </a:ln>
                <a:solidFill>
                  <a:srgbClr val="0033B3"/>
                </a:solidFill>
                <a:effectLst/>
                <a:latin typeface="JetBrains Mono"/>
              </a:rPr>
              <a:t>head</a:t>
            </a:r>
            <a:r>
              <a:rPr kumimoji="0" lang="fr-FR" altLang="fr-FR" b="0" i="0" u="none" strike="noStrike" cap="none" normalizeH="0" baseline="0" dirty="0">
                <a:ln>
                  <a:noFill/>
                </a:ln>
                <a:solidFill>
                  <a:srgbClr val="080808"/>
                </a:solidFill>
                <a:effectLst/>
                <a:latin typeface="JetBrains Mono"/>
              </a:rPr>
              <a:t>&gt;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&lt;</a:t>
            </a:r>
            <a:r>
              <a:rPr kumimoji="0" lang="fr-FR" altLang="fr-FR" b="0" i="0" u="none" strike="noStrike" cap="none" normalizeH="0" baseline="0" dirty="0">
                <a:ln>
                  <a:noFill/>
                </a:ln>
                <a:solidFill>
                  <a:srgbClr val="0033B3"/>
                </a:solidFill>
                <a:effectLst/>
                <a:latin typeface="JetBrains Mono"/>
              </a:rPr>
              <a:t>body</a:t>
            </a:r>
            <a:r>
              <a:rPr kumimoji="0" lang="fr-FR" altLang="fr-FR" b="0" i="0" u="none" strike="noStrike" cap="none" normalizeH="0" baseline="0" dirty="0">
                <a:ln>
                  <a:noFill/>
                </a:ln>
                <a:solidFill>
                  <a:srgbClr val="080808"/>
                </a:solidFill>
                <a:effectLst/>
                <a:latin typeface="JetBrains Mono"/>
              </a:rPr>
              <a:t>&gt;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&lt;</a:t>
            </a:r>
            <a:r>
              <a:rPr kumimoji="0" lang="fr-FR" altLang="fr-FR" b="0" i="0" u="none" strike="noStrike" cap="none" normalizeH="0" baseline="0" dirty="0">
                <a:ln>
                  <a:noFill/>
                </a:ln>
                <a:solidFill>
                  <a:srgbClr val="0033B3"/>
                </a:solidFill>
                <a:effectLst/>
                <a:latin typeface="JetBrains Mono"/>
              </a:rPr>
              <a:t>p</a:t>
            </a:r>
            <a:r>
              <a:rPr kumimoji="0" lang="fr-FR" altLang="fr-FR" b="0" i="0" u="none" strike="noStrike" cap="none" normalizeH="0" baseline="0" dirty="0">
                <a:ln>
                  <a:noFill/>
                </a:ln>
                <a:solidFill>
                  <a:srgbClr val="080808"/>
                </a:solidFill>
                <a:effectLst/>
                <a:latin typeface="JetBrains Mono"/>
              </a:rPr>
              <a:t>&gt;Ceci est un texte statique!&lt;/</a:t>
            </a:r>
            <a:r>
              <a:rPr kumimoji="0" lang="fr-FR" altLang="fr-FR" b="0" i="0" u="none" strike="noStrike" cap="none" normalizeH="0" baseline="0" dirty="0">
                <a:ln>
                  <a:noFill/>
                </a:ln>
                <a:solidFill>
                  <a:srgbClr val="0033B3"/>
                </a:solidFill>
                <a:effectLst/>
                <a:latin typeface="JetBrains Mono"/>
              </a:rPr>
              <a:t>p</a:t>
            </a:r>
            <a:r>
              <a:rPr kumimoji="0" lang="fr-FR" altLang="fr-FR" b="0" i="0" u="none" strike="noStrike" cap="none" normalizeH="0" baseline="0" dirty="0">
                <a:ln>
                  <a:noFill/>
                </a:ln>
                <a:solidFill>
                  <a:srgbClr val="080808"/>
                </a:solidFill>
                <a:effectLst/>
                <a:latin typeface="JetBrains Mono"/>
              </a:rPr>
              <a:t>&gt;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033B3"/>
                </a:solidFill>
                <a:effectLst/>
                <a:latin typeface="JetBrains Mono"/>
              </a:rPr>
              <a:t>&lt;?</a:t>
            </a:r>
            <a:r>
              <a:rPr kumimoji="0" lang="fr-FR" altLang="fr-FR" b="0" i="0" u="none" strike="noStrike" cap="none" normalizeH="0" baseline="0" dirty="0" err="1">
                <a:ln>
                  <a:noFill/>
                </a:ln>
                <a:solidFill>
                  <a:srgbClr val="0033B3"/>
                </a:solidFill>
                <a:effectLst/>
                <a:latin typeface="JetBrains Mono"/>
              </a:rPr>
              <a:t>php</a:t>
            </a:r>
            <a:br>
              <a:rPr kumimoji="0" lang="fr-FR" altLang="fr-FR" b="0" i="0" u="none" strike="noStrike" cap="none" normalizeH="0" baseline="0" dirty="0">
                <a:ln>
                  <a:noFill/>
                </a:ln>
                <a:solidFill>
                  <a:srgbClr val="0033B3"/>
                </a:solidFill>
                <a:effectLst/>
                <a:latin typeface="JetBrains Mono"/>
              </a:rPr>
            </a:br>
            <a:r>
              <a:rPr kumimoji="0" lang="fr-FR" altLang="fr-FR" b="0" i="0" u="none" strike="noStrike" cap="none" normalizeH="0" baseline="0" dirty="0">
                <a:ln>
                  <a:noFill/>
                </a:ln>
                <a:solidFill>
                  <a:srgbClr val="0033B3"/>
                </a:solidFill>
                <a:effectLst/>
                <a:latin typeface="JetBrains Mono"/>
              </a:rPr>
              <a:t>    </a:t>
            </a:r>
            <a:r>
              <a:rPr kumimoji="0" lang="fr-FR" altLang="fr-FR" b="0" i="0" u="none" strike="noStrike" cap="none" normalizeH="0" baseline="0" dirty="0">
                <a:ln>
                  <a:noFill/>
                </a:ln>
                <a:solidFill>
                  <a:srgbClr val="660000"/>
                </a:solidFill>
                <a:effectLst/>
                <a:latin typeface="JetBrains Mono"/>
              </a:rPr>
              <a:t>$a </a:t>
            </a: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1750EB"/>
                </a:solidFill>
                <a:effectLst/>
                <a:latin typeface="JetBrains Mono"/>
              </a:rPr>
              <a:t>5</a:t>
            </a:r>
            <a:r>
              <a:rPr kumimoji="0" lang="fr-FR" altLang="fr-FR" b="0" i="0" u="none" strike="noStrike" cap="none" normalizeH="0" baseline="0" dirty="0">
                <a:ln>
                  <a:noFill/>
                </a:ln>
                <a:solidFill>
                  <a:srgbClr val="080808"/>
                </a:solidFill>
                <a:effectLst/>
                <a:latin typeface="JetBrains Mono"/>
              </a:rPr>
              <a: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660000"/>
                </a:solidFill>
                <a:effectLst/>
                <a:latin typeface="JetBrains Mono"/>
              </a:rPr>
              <a:t>$b </a:t>
            </a: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1750EB"/>
                </a:solidFill>
                <a:effectLst/>
                <a:latin typeface="JetBrains Mono"/>
              </a:rPr>
              <a:t>6</a:t>
            </a:r>
            <a:r>
              <a:rPr kumimoji="0" lang="fr-FR" altLang="fr-FR" b="0" i="0" u="none" strike="noStrike" cap="none" normalizeH="0" baseline="0" dirty="0">
                <a:ln>
                  <a:noFill/>
                </a:ln>
                <a:solidFill>
                  <a:srgbClr val="080808"/>
                </a:solidFill>
                <a:effectLst/>
                <a:latin typeface="JetBrains Mono"/>
              </a:rPr>
              <a: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660000"/>
                </a:solidFill>
                <a:effectLst/>
                <a:latin typeface="JetBrains Mono"/>
              </a:rPr>
              <a:t>$c </a:t>
            </a: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660000"/>
                </a:solidFill>
                <a:effectLst/>
                <a:latin typeface="JetBrains Mono"/>
              </a:rPr>
              <a:t>$a </a:t>
            </a: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660000"/>
                </a:solidFill>
                <a:effectLst/>
                <a:latin typeface="JetBrains Mono"/>
              </a:rPr>
              <a:t>$b</a:t>
            </a:r>
            <a:r>
              <a:rPr kumimoji="0" lang="fr-FR" altLang="fr-FR" b="0" i="0" u="none" strike="noStrike" cap="none" normalizeH="0" baseline="0" dirty="0">
                <a:ln>
                  <a:noFill/>
                </a:ln>
                <a:solidFill>
                  <a:srgbClr val="080808"/>
                </a:solidFill>
                <a:effectLst/>
                <a:latin typeface="JetBrains Mono"/>
              </a:rPr>
              <a: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err="1">
                <a:ln>
                  <a:noFill/>
                </a:ln>
                <a:solidFill>
                  <a:srgbClr val="0033B3"/>
                </a:solidFill>
                <a:effectLst/>
                <a:latin typeface="JetBrains Mono"/>
              </a:rPr>
              <a:t>echo</a:t>
            </a:r>
            <a:r>
              <a:rPr kumimoji="0" lang="fr-FR" altLang="fr-FR" b="0" i="0" u="none" strike="noStrike" cap="none" normalizeH="0" baseline="0" dirty="0">
                <a:ln>
                  <a:noFill/>
                </a:ln>
                <a:solidFill>
                  <a:srgbClr val="0033B3"/>
                </a:solidFill>
                <a:effectLst/>
                <a:latin typeface="JetBrains Mono"/>
              </a:rPr>
              <a:t> </a:t>
            </a:r>
            <a:r>
              <a:rPr kumimoji="0" lang="fr-FR" altLang="fr-FR" b="0" i="0" u="none" strike="noStrike" cap="none" normalizeH="0" baseline="0" dirty="0">
                <a:ln>
                  <a:noFill/>
                </a:ln>
                <a:solidFill>
                  <a:srgbClr val="067D17"/>
                </a:solidFill>
                <a:effectLst/>
                <a:latin typeface="JetBrains Mono"/>
              </a:rPr>
              <a:t>"Ceci est un texte dynamique! </a:t>
            </a:r>
            <a:r>
              <a:rPr kumimoji="0" lang="fr-FR" altLang="fr-FR" b="0" i="0" u="none" strike="noStrike" cap="none" normalizeH="0" baseline="0" dirty="0">
                <a:ln>
                  <a:noFill/>
                </a:ln>
                <a:solidFill>
                  <a:srgbClr val="660000"/>
                </a:solidFill>
                <a:effectLst/>
                <a:latin typeface="JetBrains Mono"/>
              </a:rPr>
              <a:t>$a $b $c</a:t>
            </a:r>
            <a:r>
              <a:rPr kumimoji="0" lang="fr-FR" altLang="fr-FR" b="0" i="0" u="none" strike="noStrike" cap="none" normalizeH="0" baseline="0" dirty="0">
                <a:ln>
                  <a:noFill/>
                </a:ln>
                <a:solidFill>
                  <a:srgbClr val="067D17"/>
                </a:solidFill>
                <a:effectLst/>
                <a:latin typeface="JetBrains Mono"/>
              </a:rPr>
              <a:t>"</a:t>
            </a:r>
            <a:r>
              <a:rPr kumimoji="0" lang="fr-FR" altLang="fr-FR" b="0" i="0" u="none" strike="noStrike" cap="none" normalizeH="0" baseline="0" dirty="0">
                <a:ln>
                  <a:noFill/>
                </a:ln>
                <a:solidFill>
                  <a:srgbClr val="080808"/>
                </a:solidFill>
                <a:effectLst/>
                <a:latin typeface="JetBrains Mono"/>
              </a:rPr>
              <a:t>; </a:t>
            </a:r>
            <a:r>
              <a:rPr kumimoji="0" lang="fr-FR" altLang="fr-FR" b="0" i="0" u="none" strike="noStrike" cap="none" normalizeH="0" baseline="0" dirty="0">
                <a:ln>
                  <a:noFill/>
                </a:ln>
                <a:solidFill>
                  <a:srgbClr val="0033B3"/>
                </a:solidFill>
                <a:effectLst/>
                <a:latin typeface="JetBrains Mono"/>
              </a:rPr>
              <a:t>?&gt;</a:t>
            </a:r>
            <a:br>
              <a:rPr kumimoji="0" lang="fr-FR" altLang="fr-FR" b="0" i="0" u="none" strike="noStrike" cap="none" normalizeH="0" baseline="0" dirty="0">
                <a:ln>
                  <a:noFill/>
                </a:ln>
                <a:solidFill>
                  <a:srgbClr val="0033B3"/>
                </a:solidFill>
                <a:effectLst/>
                <a:latin typeface="JetBrains Mono"/>
              </a:rPr>
            </a:br>
            <a:r>
              <a:rPr kumimoji="0" lang="fr-FR" altLang="fr-FR" b="0" i="0" u="none" strike="noStrike" cap="none" normalizeH="0" baseline="0" dirty="0">
                <a:ln>
                  <a:noFill/>
                </a:ln>
                <a:solidFill>
                  <a:srgbClr val="080808"/>
                </a:solidFill>
                <a:effectLst/>
                <a:latin typeface="JetBrains Mono"/>
              </a:rPr>
              <a:t>&lt;/</a:t>
            </a:r>
            <a:r>
              <a:rPr kumimoji="0" lang="fr-FR" altLang="fr-FR" b="0" i="0" u="none" strike="noStrike" cap="none" normalizeH="0" baseline="0" dirty="0">
                <a:ln>
                  <a:noFill/>
                </a:ln>
                <a:solidFill>
                  <a:srgbClr val="0033B3"/>
                </a:solidFill>
                <a:effectLst/>
                <a:latin typeface="JetBrains Mono"/>
              </a:rPr>
              <a:t>body</a:t>
            </a:r>
            <a:r>
              <a:rPr kumimoji="0" lang="fr-FR" altLang="fr-FR" b="0" i="0" u="none" strike="noStrike" cap="none" normalizeH="0" baseline="0" dirty="0">
                <a:ln>
                  <a:noFill/>
                </a:ln>
                <a:solidFill>
                  <a:srgbClr val="080808"/>
                </a:solidFill>
                <a:effectLst/>
                <a:latin typeface="JetBrains Mono"/>
              </a:rPr>
              <a:t>&gt;</a:t>
            </a:r>
            <a:br>
              <a:rPr kumimoji="0" lang="fr-FR" altLang="fr-FR" b="0" i="0" u="none" strike="noStrike" cap="none" normalizeH="0" baseline="0" dirty="0">
                <a:ln>
                  <a:noFill/>
                </a:ln>
                <a:solidFill>
                  <a:srgbClr val="080808"/>
                </a:solidFill>
                <a:effectLst/>
                <a:latin typeface="JetBrains Mono"/>
              </a:rPr>
            </a:br>
            <a:r>
              <a:rPr kumimoji="0" lang="fr-FR" altLang="fr-FR" b="0" i="0" u="none" strike="noStrike" cap="none" normalizeH="0" baseline="0" dirty="0">
                <a:ln>
                  <a:noFill/>
                </a:ln>
                <a:solidFill>
                  <a:srgbClr val="080808"/>
                </a:solidFill>
                <a:effectLst/>
                <a:latin typeface="JetBrains Mono"/>
              </a:rPr>
              <a:t>&lt;/</a:t>
            </a:r>
            <a:r>
              <a:rPr kumimoji="0" lang="fr-FR" altLang="fr-FR" b="0" i="0" u="none" strike="noStrike" cap="none" normalizeH="0" baseline="0" dirty="0">
                <a:ln>
                  <a:noFill/>
                </a:ln>
                <a:solidFill>
                  <a:srgbClr val="0033B3"/>
                </a:solidFill>
                <a:effectLst/>
                <a:latin typeface="JetBrains Mono"/>
              </a:rPr>
              <a:t>html</a:t>
            </a:r>
            <a:r>
              <a:rPr kumimoji="0" lang="fr-FR" altLang="fr-FR" b="0" i="0" u="none" strike="noStrike" cap="none" normalizeH="0" baseline="0" dirty="0">
                <a:ln>
                  <a:noFill/>
                </a:ln>
                <a:solidFill>
                  <a:srgbClr val="080808"/>
                </a:solidFill>
                <a:effectLst/>
                <a:latin typeface="JetBrains Mono"/>
              </a:rPr>
              <a:t>&gt;</a:t>
            </a:r>
            <a:endParaRPr kumimoji="0" lang="fr-FR" altLang="fr-F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3193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792A5D-ED45-4D48-89D5-CE0EF87FAA36}"/>
              </a:ext>
            </a:extLst>
          </p:cNvPr>
          <p:cNvSpPr>
            <a:spLocks noGrp="1"/>
          </p:cNvSpPr>
          <p:nvPr>
            <p:ph type="title"/>
          </p:nvPr>
        </p:nvSpPr>
        <p:spPr/>
        <p:txBody>
          <a:bodyPr/>
          <a:lstStyle/>
          <a:p>
            <a:r>
              <a:rPr lang="fr-FR"/>
              <a:t>PHP</a:t>
            </a:r>
          </a:p>
        </p:txBody>
      </p:sp>
      <p:sp>
        <p:nvSpPr>
          <p:cNvPr id="3" name="Espace réservé du contenu 2">
            <a:extLst>
              <a:ext uri="{FF2B5EF4-FFF2-40B4-BE49-F238E27FC236}">
                <a16:creationId xmlns:a16="http://schemas.microsoft.com/office/drawing/2014/main" id="{1293D9F8-18C8-4729-9A20-AE393B8A274A}"/>
              </a:ext>
            </a:extLst>
          </p:cNvPr>
          <p:cNvSpPr>
            <a:spLocks noGrp="1"/>
          </p:cNvSpPr>
          <p:nvPr>
            <p:ph idx="1"/>
          </p:nvPr>
        </p:nvSpPr>
        <p:spPr/>
        <p:txBody>
          <a:bodyPr vert="horz" lIns="91440" tIns="45720" rIns="91440" bIns="45720" rtlCol="0" anchor="t">
            <a:normAutofit/>
          </a:bodyPr>
          <a:lstStyle/>
          <a:p>
            <a:r>
              <a:rPr lang="fr-FR"/>
              <a:t>Le code PHP s'insère au milieu d'une page HTML</a:t>
            </a:r>
            <a:endParaRPr lang="fr-FR" dirty="0"/>
          </a:p>
          <a:p>
            <a:r>
              <a:rPr lang="fr-FR"/>
              <a:t>Dans une page HTML/PHP, le code PHP se trouve entre </a:t>
            </a:r>
            <a:r>
              <a:rPr lang="fr-FR" b="1"/>
              <a:t>&lt;?php</a:t>
            </a:r>
            <a:r>
              <a:rPr lang="fr-FR"/>
              <a:t> et </a:t>
            </a:r>
            <a:r>
              <a:rPr lang="fr-FR" b="1" dirty="0"/>
              <a:t>?&gt;</a:t>
            </a:r>
          </a:p>
          <a:p>
            <a:r>
              <a:rPr lang="fr-FR"/>
              <a:t>Le code PHP permet de générer du code HTML</a:t>
            </a:r>
          </a:p>
          <a:p>
            <a:r>
              <a:rPr lang="fr-FR"/>
              <a:t>La syntaxe du langage PHP est très proche de la syntaxe du C</a:t>
            </a:r>
            <a:endParaRPr lang="fr-FR" dirty="0"/>
          </a:p>
        </p:txBody>
      </p:sp>
    </p:spTree>
    <p:extLst>
      <p:ext uri="{BB962C8B-B14F-4D97-AF65-F5344CB8AC3E}">
        <p14:creationId xmlns:p14="http://schemas.microsoft.com/office/powerpoint/2010/main" val="428795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792A5D-ED45-4D48-89D5-CE0EF87FAA36}"/>
              </a:ext>
            </a:extLst>
          </p:cNvPr>
          <p:cNvSpPr>
            <a:spLocks noGrp="1"/>
          </p:cNvSpPr>
          <p:nvPr>
            <p:ph type="title"/>
          </p:nvPr>
        </p:nvSpPr>
        <p:spPr/>
        <p:txBody>
          <a:bodyPr/>
          <a:lstStyle/>
          <a:p>
            <a:r>
              <a:rPr lang="fr-FR"/>
              <a:t>PHP</a:t>
            </a:r>
          </a:p>
        </p:txBody>
      </p:sp>
      <p:sp>
        <p:nvSpPr>
          <p:cNvPr id="3" name="Espace réservé du contenu 2">
            <a:extLst>
              <a:ext uri="{FF2B5EF4-FFF2-40B4-BE49-F238E27FC236}">
                <a16:creationId xmlns:a16="http://schemas.microsoft.com/office/drawing/2014/main" id="{1293D9F8-18C8-4729-9A20-AE393B8A274A}"/>
              </a:ext>
            </a:extLst>
          </p:cNvPr>
          <p:cNvSpPr>
            <a:spLocks noGrp="1"/>
          </p:cNvSpPr>
          <p:nvPr>
            <p:ph idx="1"/>
          </p:nvPr>
        </p:nvSpPr>
        <p:spPr/>
        <p:txBody>
          <a:bodyPr vert="horz" lIns="91440" tIns="45720" rIns="91440" bIns="45720" rtlCol="0" anchor="t">
            <a:normAutofit fontScale="92500" lnSpcReduction="10000"/>
          </a:bodyPr>
          <a:lstStyle/>
          <a:p>
            <a:r>
              <a:rPr lang="fr-FR"/>
              <a:t>L'instruction </a:t>
            </a:r>
            <a:r>
              <a:rPr lang="fr-FR" b="1"/>
              <a:t>echo </a:t>
            </a:r>
            <a:r>
              <a:rPr lang="fr-FR"/>
              <a:t>en PHP permet de générer de l'HTML</a:t>
            </a:r>
          </a:p>
          <a:p>
            <a:r>
              <a:rPr lang="fr-FR">
                <a:solidFill>
                  <a:srgbClr val="404040"/>
                </a:solidFill>
                <a:latin typeface="Trebuchet MS"/>
              </a:rPr>
              <a:t>Dans l'exemple suivant, le bloc &lt;?php ... ?&gt; sera remplacé par le texte </a:t>
            </a:r>
            <a:r>
              <a:rPr lang="fr-FR" i="1">
                <a:solidFill>
                  <a:srgbClr val="404040"/>
                </a:solidFill>
                <a:latin typeface="Trebuchet MS"/>
              </a:rPr>
              <a:t>Ceci est un texte dynamique! 5 6 11 </a:t>
            </a:r>
            <a:r>
              <a:rPr lang="fr-FR">
                <a:solidFill>
                  <a:srgbClr val="404040"/>
                </a:solidFill>
                <a:latin typeface="Trebuchet MS"/>
              </a:rPr>
              <a:t>au moment où la page sera envoyée par le serveur au navigateur</a:t>
            </a:r>
          </a:p>
          <a:p>
            <a:pPr marL="0" indent="0">
              <a:buNone/>
            </a:pPr>
            <a:r>
              <a:rPr lang="fr-FR">
                <a:solidFill>
                  <a:srgbClr val="080808"/>
                </a:solidFill>
                <a:latin typeface="JetBrains Mono"/>
              </a:rPr>
              <a:t>&lt;</a:t>
            </a:r>
            <a:r>
              <a:rPr lang="fr-FR">
                <a:solidFill>
                  <a:srgbClr val="0033B3"/>
                </a:solidFill>
                <a:latin typeface="JetBrains Mono"/>
              </a:rPr>
              <a:t>html </a:t>
            </a:r>
            <a:r>
              <a:rPr lang="fr-FR">
                <a:solidFill>
                  <a:srgbClr val="174AD4"/>
                </a:solidFill>
                <a:latin typeface="JetBrains Mono"/>
              </a:rPr>
              <a:t>lang</a:t>
            </a:r>
            <a:r>
              <a:rPr lang="fr-FR">
                <a:solidFill>
                  <a:srgbClr val="067D17"/>
                </a:solidFill>
                <a:latin typeface="JetBrains Mono"/>
              </a:rPr>
              <a:t>="fr"</a:t>
            </a:r>
            <a:r>
              <a:rPr lang="fr-FR">
                <a:solidFill>
                  <a:srgbClr val="080808"/>
                </a:solidFill>
                <a:latin typeface="JetBrains Mono"/>
              </a:rPr>
              <a:t>&gt;</a:t>
            </a:r>
            <a:br>
              <a:rPr lang="fr-FR" dirty="0">
                <a:solidFill>
                  <a:srgbClr val="080808"/>
                </a:solidFill>
                <a:latin typeface="JetBrains Mono"/>
              </a:rPr>
            </a:br>
            <a:r>
              <a:rPr lang="fr-FR">
                <a:solidFill>
                  <a:srgbClr val="080808"/>
                </a:solidFill>
                <a:latin typeface="JetBrains Mono"/>
              </a:rPr>
              <a:t>&lt;</a:t>
            </a:r>
            <a:r>
              <a:rPr lang="fr-FR">
                <a:solidFill>
                  <a:srgbClr val="0033B3"/>
                </a:solidFill>
                <a:latin typeface="JetBrains Mono"/>
              </a:rPr>
              <a:t>head</a:t>
            </a:r>
            <a:r>
              <a:rPr lang="fr-FR">
                <a:solidFill>
                  <a:srgbClr val="080808"/>
                </a:solidFill>
                <a:latin typeface="JetBrains Mono"/>
              </a:rPr>
              <a:t>&gt;&lt;</a:t>
            </a:r>
            <a:r>
              <a:rPr lang="fr-FR">
                <a:solidFill>
                  <a:srgbClr val="0033B3"/>
                </a:solidFill>
                <a:latin typeface="JetBrains Mono"/>
              </a:rPr>
              <a:t>title</a:t>
            </a:r>
            <a:r>
              <a:rPr lang="fr-FR">
                <a:solidFill>
                  <a:srgbClr val="080808"/>
                </a:solidFill>
                <a:latin typeface="JetBrains Mono"/>
              </a:rPr>
              <a:t>&gt;test&lt;/</a:t>
            </a:r>
            <a:r>
              <a:rPr lang="fr-FR">
                <a:solidFill>
                  <a:srgbClr val="0033B3"/>
                </a:solidFill>
                <a:latin typeface="JetBrains Mono"/>
              </a:rPr>
              <a:t>title</a:t>
            </a:r>
            <a:r>
              <a:rPr lang="fr-FR">
                <a:solidFill>
                  <a:srgbClr val="080808"/>
                </a:solidFill>
                <a:latin typeface="JetBrains Mono"/>
              </a:rPr>
              <a:t>&gt;&lt;/</a:t>
            </a:r>
            <a:r>
              <a:rPr lang="fr-FR">
                <a:solidFill>
                  <a:srgbClr val="0033B3"/>
                </a:solidFill>
                <a:latin typeface="JetBrains Mono"/>
              </a:rPr>
              <a:t>head</a:t>
            </a:r>
            <a:r>
              <a:rPr lang="fr-FR">
                <a:solidFill>
                  <a:srgbClr val="080808"/>
                </a:solidFill>
                <a:latin typeface="JetBrains Mono"/>
              </a:rPr>
              <a:t>&gt;</a:t>
            </a:r>
            <a:br>
              <a:rPr lang="fr-FR" dirty="0">
                <a:solidFill>
                  <a:srgbClr val="080808"/>
                </a:solidFill>
                <a:latin typeface="JetBrains Mono"/>
              </a:rPr>
            </a:br>
            <a:r>
              <a:rPr lang="fr-FR">
                <a:solidFill>
                  <a:srgbClr val="080808"/>
                </a:solidFill>
                <a:latin typeface="JetBrains Mono"/>
              </a:rPr>
              <a:t>&lt;</a:t>
            </a:r>
            <a:r>
              <a:rPr lang="fr-FR">
                <a:solidFill>
                  <a:srgbClr val="0033B3"/>
                </a:solidFill>
                <a:latin typeface="JetBrains Mono"/>
              </a:rPr>
              <a:t>body</a:t>
            </a:r>
            <a:r>
              <a:rPr lang="fr-FR">
                <a:solidFill>
                  <a:srgbClr val="080808"/>
                </a:solidFill>
                <a:latin typeface="JetBrains Mono"/>
              </a:rPr>
              <a:t>&gt;</a:t>
            </a:r>
            <a:br>
              <a:rPr lang="fr-FR" dirty="0">
                <a:solidFill>
                  <a:srgbClr val="080808"/>
                </a:solidFill>
                <a:latin typeface="JetBrains Mono"/>
              </a:rPr>
            </a:br>
            <a:r>
              <a:rPr lang="fr-FR">
                <a:solidFill>
                  <a:srgbClr val="080808"/>
                </a:solidFill>
                <a:latin typeface="JetBrains Mono"/>
              </a:rPr>
              <a:t>&lt;</a:t>
            </a:r>
            <a:r>
              <a:rPr lang="fr-FR">
                <a:solidFill>
                  <a:srgbClr val="0033B3"/>
                </a:solidFill>
                <a:latin typeface="JetBrains Mono"/>
              </a:rPr>
              <a:t>p</a:t>
            </a:r>
            <a:r>
              <a:rPr lang="fr-FR">
                <a:solidFill>
                  <a:srgbClr val="080808"/>
                </a:solidFill>
                <a:latin typeface="JetBrains Mono"/>
              </a:rPr>
              <a:t>&gt;Ceci est un texte statique!&lt;/</a:t>
            </a:r>
            <a:r>
              <a:rPr lang="fr-FR">
                <a:solidFill>
                  <a:srgbClr val="0033B3"/>
                </a:solidFill>
                <a:latin typeface="JetBrains Mono"/>
              </a:rPr>
              <a:t>p</a:t>
            </a:r>
            <a:r>
              <a:rPr lang="fr-FR">
                <a:solidFill>
                  <a:srgbClr val="080808"/>
                </a:solidFill>
                <a:latin typeface="JetBrains Mono"/>
              </a:rPr>
              <a:t>&gt;</a:t>
            </a:r>
            <a:br>
              <a:rPr lang="fr-FR" dirty="0">
                <a:solidFill>
                  <a:srgbClr val="080808"/>
                </a:solidFill>
                <a:latin typeface="JetBrains Mono"/>
              </a:rPr>
            </a:br>
            <a:r>
              <a:rPr lang="fr-FR">
                <a:solidFill>
                  <a:srgbClr val="080808"/>
                </a:solidFill>
                <a:latin typeface="JetBrains Mono"/>
              </a:rPr>
              <a:t>&lt;?</a:t>
            </a:r>
            <a:r>
              <a:rPr lang="fr-FR">
                <a:solidFill>
                  <a:srgbClr val="0033B3"/>
                </a:solidFill>
                <a:latin typeface="JetBrains Mono"/>
              </a:rPr>
              <a:t>php</a:t>
            </a:r>
            <a:br>
              <a:rPr lang="fr-FR" dirty="0">
                <a:solidFill>
                  <a:srgbClr val="0033B3"/>
                </a:solidFill>
                <a:latin typeface="JetBrains Mono"/>
              </a:rPr>
            </a:br>
            <a:r>
              <a:rPr lang="fr-FR" dirty="0">
                <a:solidFill>
                  <a:srgbClr val="0033B3"/>
                </a:solidFill>
                <a:latin typeface="JetBrains Mono"/>
              </a:rPr>
              <a:t>    </a:t>
            </a:r>
            <a:r>
              <a:rPr lang="fr-FR">
                <a:solidFill>
                  <a:srgbClr val="660000"/>
                </a:solidFill>
                <a:latin typeface="JetBrains Mono"/>
              </a:rPr>
              <a:t>$a </a:t>
            </a:r>
            <a:r>
              <a:rPr lang="fr-FR">
                <a:solidFill>
                  <a:srgbClr val="080808"/>
                </a:solidFill>
                <a:latin typeface="JetBrains Mono"/>
              </a:rPr>
              <a:t>= </a:t>
            </a:r>
            <a:r>
              <a:rPr lang="fr-FR">
                <a:solidFill>
                  <a:srgbClr val="1750EB"/>
                </a:solidFill>
                <a:latin typeface="JetBrains Mono"/>
              </a:rPr>
              <a:t>5</a:t>
            </a:r>
            <a:r>
              <a:rPr lang="fr-FR">
                <a:solidFill>
                  <a:srgbClr val="080808"/>
                </a:solidFill>
                <a:latin typeface="JetBrains Mono"/>
              </a:rPr>
              <a:t>;</a:t>
            </a:r>
            <a:br>
              <a:rPr lang="fr-FR" dirty="0">
                <a:solidFill>
                  <a:srgbClr val="080808"/>
                </a:solidFill>
                <a:latin typeface="JetBrains Mono"/>
              </a:rPr>
            </a:br>
            <a:r>
              <a:rPr lang="fr-FR" dirty="0">
                <a:solidFill>
                  <a:srgbClr val="080808"/>
                </a:solidFill>
                <a:latin typeface="JetBrains Mono"/>
              </a:rPr>
              <a:t>    </a:t>
            </a:r>
            <a:r>
              <a:rPr lang="fr-FR">
                <a:solidFill>
                  <a:srgbClr val="660000"/>
                </a:solidFill>
                <a:latin typeface="JetBrains Mono"/>
              </a:rPr>
              <a:t>$b </a:t>
            </a:r>
            <a:r>
              <a:rPr lang="fr-FR">
                <a:solidFill>
                  <a:srgbClr val="080808"/>
                </a:solidFill>
                <a:latin typeface="JetBrains Mono"/>
              </a:rPr>
              <a:t>= </a:t>
            </a:r>
            <a:r>
              <a:rPr lang="fr-FR">
                <a:solidFill>
                  <a:srgbClr val="1750EB"/>
                </a:solidFill>
                <a:latin typeface="JetBrains Mono"/>
              </a:rPr>
              <a:t>6</a:t>
            </a:r>
            <a:r>
              <a:rPr lang="fr-FR">
                <a:solidFill>
                  <a:srgbClr val="080808"/>
                </a:solidFill>
                <a:latin typeface="JetBrains Mono"/>
              </a:rPr>
              <a:t>;</a:t>
            </a:r>
            <a:br>
              <a:rPr lang="fr-FR" dirty="0">
                <a:solidFill>
                  <a:srgbClr val="080808"/>
                </a:solidFill>
                <a:latin typeface="JetBrains Mono"/>
              </a:rPr>
            </a:br>
            <a:r>
              <a:rPr lang="fr-FR" dirty="0">
                <a:solidFill>
                  <a:srgbClr val="080808"/>
                </a:solidFill>
                <a:latin typeface="JetBrains Mono"/>
              </a:rPr>
              <a:t>    </a:t>
            </a:r>
            <a:r>
              <a:rPr lang="fr-FR">
                <a:solidFill>
                  <a:srgbClr val="660000"/>
                </a:solidFill>
                <a:latin typeface="JetBrains Mono"/>
              </a:rPr>
              <a:t>$c </a:t>
            </a:r>
            <a:r>
              <a:rPr lang="fr-FR">
                <a:solidFill>
                  <a:srgbClr val="080808"/>
                </a:solidFill>
                <a:latin typeface="JetBrains Mono"/>
              </a:rPr>
              <a:t>= </a:t>
            </a:r>
            <a:r>
              <a:rPr lang="fr-FR">
                <a:solidFill>
                  <a:srgbClr val="660000"/>
                </a:solidFill>
                <a:latin typeface="JetBrains Mono"/>
              </a:rPr>
              <a:t>$a </a:t>
            </a:r>
            <a:r>
              <a:rPr lang="fr-FR">
                <a:solidFill>
                  <a:srgbClr val="080808"/>
                </a:solidFill>
                <a:latin typeface="JetBrains Mono"/>
              </a:rPr>
              <a:t>+ </a:t>
            </a:r>
            <a:r>
              <a:rPr lang="fr-FR">
                <a:solidFill>
                  <a:srgbClr val="660000"/>
                </a:solidFill>
                <a:latin typeface="JetBrains Mono"/>
              </a:rPr>
              <a:t>$b</a:t>
            </a:r>
            <a:r>
              <a:rPr lang="fr-FR">
                <a:solidFill>
                  <a:srgbClr val="080808"/>
                </a:solidFill>
                <a:latin typeface="JetBrains Mono"/>
              </a:rPr>
              <a:t>;</a:t>
            </a:r>
            <a:br>
              <a:rPr lang="fr-FR" dirty="0">
                <a:solidFill>
                  <a:srgbClr val="080808"/>
                </a:solidFill>
                <a:latin typeface="JetBrains Mono"/>
              </a:rPr>
            </a:br>
            <a:r>
              <a:rPr lang="fr-FR" dirty="0">
                <a:solidFill>
                  <a:srgbClr val="080808"/>
                </a:solidFill>
                <a:latin typeface="JetBrains Mono"/>
              </a:rPr>
              <a:t>    </a:t>
            </a:r>
            <a:r>
              <a:rPr lang="fr-FR">
                <a:solidFill>
                  <a:srgbClr val="0033B3"/>
                </a:solidFill>
                <a:latin typeface="JetBrains Mono"/>
              </a:rPr>
              <a:t>echo </a:t>
            </a:r>
            <a:r>
              <a:rPr lang="fr-FR">
                <a:solidFill>
                  <a:srgbClr val="067D17"/>
                </a:solidFill>
                <a:latin typeface="JetBrains Mono"/>
              </a:rPr>
              <a:t>"Ceci est un texte dynamique! </a:t>
            </a:r>
            <a:r>
              <a:rPr lang="fr-FR">
                <a:solidFill>
                  <a:srgbClr val="660000"/>
                </a:solidFill>
                <a:latin typeface="JetBrains Mono"/>
              </a:rPr>
              <a:t>$a $b $c</a:t>
            </a:r>
            <a:r>
              <a:rPr lang="fr-FR">
                <a:solidFill>
                  <a:srgbClr val="067D17"/>
                </a:solidFill>
                <a:latin typeface="JetBrains Mono"/>
              </a:rPr>
              <a:t>"</a:t>
            </a:r>
            <a:r>
              <a:rPr lang="fr-FR">
                <a:solidFill>
                  <a:srgbClr val="080808"/>
                </a:solidFill>
                <a:latin typeface="JetBrains Mono"/>
              </a:rPr>
              <a:t>; </a:t>
            </a:r>
            <a:r>
              <a:rPr lang="fr-FR">
                <a:solidFill>
                  <a:srgbClr val="0033B3"/>
                </a:solidFill>
                <a:latin typeface="JetBrains Mono"/>
              </a:rPr>
              <a:t>?&gt;</a:t>
            </a:r>
            <a:br>
              <a:rPr lang="fr-FR" dirty="0">
                <a:solidFill>
                  <a:srgbClr val="0033B3"/>
                </a:solidFill>
                <a:latin typeface="JetBrains Mono"/>
              </a:rPr>
            </a:br>
            <a:r>
              <a:rPr lang="fr-FR">
                <a:solidFill>
                  <a:srgbClr val="0033B3"/>
                </a:solidFill>
                <a:latin typeface="JetBrains Mono"/>
              </a:rPr>
              <a:t>&lt;/body</a:t>
            </a:r>
            <a:r>
              <a:rPr lang="fr-FR">
                <a:solidFill>
                  <a:srgbClr val="080808"/>
                </a:solidFill>
                <a:latin typeface="JetBrains Mono"/>
              </a:rPr>
              <a:t>&gt;</a:t>
            </a:r>
            <a:br>
              <a:rPr lang="fr-FR" dirty="0">
                <a:solidFill>
                  <a:srgbClr val="080808"/>
                </a:solidFill>
                <a:latin typeface="JetBrains Mono"/>
              </a:rPr>
            </a:br>
            <a:r>
              <a:rPr lang="fr-FR">
                <a:solidFill>
                  <a:srgbClr val="080808"/>
                </a:solidFill>
                <a:latin typeface="JetBrains Mono"/>
              </a:rPr>
              <a:t>&lt;/</a:t>
            </a:r>
            <a:r>
              <a:rPr lang="fr-FR">
                <a:solidFill>
                  <a:srgbClr val="0033B3"/>
                </a:solidFill>
                <a:latin typeface="JetBrains Mono"/>
              </a:rPr>
              <a:t>html</a:t>
            </a:r>
            <a:r>
              <a:rPr lang="fr-FR">
                <a:solidFill>
                  <a:srgbClr val="080808"/>
                </a:solidFill>
                <a:latin typeface="JetBrains Mono"/>
              </a:rPr>
              <a:t>&gt;</a:t>
            </a:r>
            <a:endParaRPr lang="fr-FR" dirty="0"/>
          </a:p>
          <a:p>
            <a:pPr marL="0" indent="0">
              <a:buNone/>
            </a:pPr>
            <a:endParaRPr lang="fr-FR" dirty="0"/>
          </a:p>
        </p:txBody>
      </p:sp>
    </p:spTree>
    <p:extLst>
      <p:ext uri="{BB962C8B-B14F-4D97-AF65-F5344CB8AC3E}">
        <p14:creationId xmlns:p14="http://schemas.microsoft.com/office/powerpoint/2010/main" val="2954441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792A5D-ED45-4D48-89D5-CE0EF87FAA36}"/>
              </a:ext>
            </a:extLst>
          </p:cNvPr>
          <p:cNvSpPr>
            <a:spLocks noGrp="1"/>
          </p:cNvSpPr>
          <p:nvPr>
            <p:ph type="title"/>
          </p:nvPr>
        </p:nvSpPr>
        <p:spPr/>
        <p:txBody>
          <a:bodyPr/>
          <a:lstStyle/>
          <a:p>
            <a:r>
              <a:rPr lang="fr-FR"/>
              <a:t>Syntaxe PHP</a:t>
            </a:r>
          </a:p>
        </p:txBody>
      </p:sp>
      <p:sp>
        <p:nvSpPr>
          <p:cNvPr id="3" name="Espace réservé du contenu 2">
            <a:extLst>
              <a:ext uri="{FF2B5EF4-FFF2-40B4-BE49-F238E27FC236}">
                <a16:creationId xmlns:a16="http://schemas.microsoft.com/office/drawing/2014/main" id="{1293D9F8-18C8-4729-9A20-AE393B8A274A}"/>
              </a:ext>
            </a:extLst>
          </p:cNvPr>
          <p:cNvSpPr>
            <a:spLocks noGrp="1"/>
          </p:cNvSpPr>
          <p:nvPr>
            <p:ph idx="1"/>
          </p:nvPr>
        </p:nvSpPr>
        <p:spPr/>
        <p:txBody>
          <a:bodyPr vert="horz" lIns="91440" tIns="45720" rIns="91440" bIns="45720" rtlCol="0" anchor="t">
            <a:normAutofit fontScale="85000" lnSpcReduction="20000"/>
          </a:bodyPr>
          <a:lstStyle/>
          <a:p>
            <a:r>
              <a:rPr lang="fr-FR"/>
              <a:t>Langage procédural : suite d'instructions</a:t>
            </a:r>
            <a:endParaRPr lang="fr-FR" dirty="0"/>
          </a:p>
          <a:p>
            <a:r>
              <a:rPr lang="fr-FR"/>
              <a:t>Chaque instruction se termine par un point-virgule</a:t>
            </a:r>
            <a:endParaRPr lang="fr-FR" dirty="0"/>
          </a:p>
          <a:p>
            <a:r>
              <a:rPr lang="fr-FR"/>
              <a:t>Les variables commencent toujours par le caractère $</a:t>
            </a:r>
            <a:endParaRPr lang="fr-FR" dirty="0"/>
          </a:p>
          <a:p>
            <a:r>
              <a:rPr lang="fr-FR"/>
              <a:t>Le typage est dynamique : il n'est pas nécessaire de préciser le type des variables (mais c'est recommandé de le faire quand c'est possible)</a:t>
            </a:r>
            <a:endParaRPr lang="fr-FR" dirty="0"/>
          </a:p>
          <a:p>
            <a:r>
              <a:rPr lang="fr-FR"/>
              <a:t>Les structures alternatives et répétitives usuelles sont disponibles avec la même syntaxe qu'en C : if, while, do … while, switch, for</a:t>
            </a:r>
            <a:endParaRPr lang="fr-FR" dirty="0"/>
          </a:p>
          <a:p>
            <a:r>
              <a:rPr lang="fr-FR"/>
              <a:t>L'appel d'une fonction se fait comme en C : ma_fonction($param1, $param2);</a:t>
            </a:r>
            <a:endParaRPr lang="fr-FR" dirty="0"/>
          </a:p>
          <a:p>
            <a:r>
              <a:rPr lang="fr-FR"/>
              <a:t>La plupart des opérateurs sont les mêmes qu'en C :</a:t>
            </a:r>
            <a:endParaRPr lang="fr-FR" dirty="0"/>
          </a:p>
          <a:p>
            <a:pPr lvl="1"/>
            <a:r>
              <a:rPr lang="fr-FR"/>
              <a:t>Affectation avec =</a:t>
            </a:r>
          </a:p>
          <a:p>
            <a:pPr lvl="1"/>
            <a:r>
              <a:rPr lang="fr-FR"/>
              <a:t>Calculs avec +, -, *, /</a:t>
            </a:r>
          </a:p>
          <a:p>
            <a:pPr lvl="1"/>
            <a:r>
              <a:rPr lang="fr-FR"/>
              <a:t>Comparaisons avec ==, &lt;=, &gt;=, &lt;, &gt;, !=</a:t>
            </a:r>
            <a:endParaRPr lang="fr-FR" dirty="0"/>
          </a:p>
          <a:p>
            <a:pPr lvl="1"/>
            <a:r>
              <a:rPr lang="fr-FR"/>
              <a:t>Opérations booléennes avec &amp;&amp;, ||</a:t>
            </a:r>
            <a:endParaRPr lang="fr-FR" dirty="0"/>
          </a:p>
          <a:p>
            <a:pPr marL="0" indent="0">
              <a:buNone/>
            </a:pPr>
            <a:endParaRPr lang="fr-FR" dirty="0"/>
          </a:p>
        </p:txBody>
      </p:sp>
    </p:spTree>
    <p:extLst>
      <p:ext uri="{BB962C8B-B14F-4D97-AF65-F5344CB8AC3E}">
        <p14:creationId xmlns:p14="http://schemas.microsoft.com/office/powerpoint/2010/main" val="3124228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68ECBB-D7EB-4BB2-B68F-F5CF2CE86005}"/>
              </a:ext>
            </a:extLst>
          </p:cNvPr>
          <p:cNvSpPr>
            <a:spLocks noGrp="1"/>
          </p:cNvSpPr>
          <p:nvPr>
            <p:ph type="title"/>
          </p:nvPr>
        </p:nvSpPr>
        <p:spPr/>
        <p:txBody>
          <a:bodyPr/>
          <a:lstStyle/>
          <a:p>
            <a:r>
              <a:rPr lang="fr-FR"/>
              <a:t>Syntaxe PHP</a:t>
            </a:r>
          </a:p>
        </p:txBody>
      </p:sp>
      <p:sp>
        <p:nvSpPr>
          <p:cNvPr id="3" name="Espace réservé du contenu 2">
            <a:extLst>
              <a:ext uri="{FF2B5EF4-FFF2-40B4-BE49-F238E27FC236}">
                <a16:creationId xmlns:a16="http://schemas.microsoft.com/office/drawing/2014/main" id="{4D3422D6-EA66-483F-8250-48ECEDB05D3C}"/>
              </a:ext>
            </a:extLst>
          </p:cNvPr>
          <p:cNvSpPr>
            <a:spLocks noGrp="1"/>
          </p:cNvSpPr>
          <p:nvPr>
            <p:ph sz="half" idx="1"/>
          </p:nvPr>
        </p:nvSpPr>
        <p:spPr/>
        <p:txBody>
          <a:bodyPr vert="horz" lIns="91440" tIns="45720" rIns="91440" bIns="45720" rtlCol="0" anchor="t">
            <a:normAutofit lnSpcReduction="10000"/>
          </a:bodyPr>
          <a:lstStyle/>
          <a:p>
            <a:pPr marL="0" indent="0">
              <a:buNone/>
            </a:pPr>
            <a:r>
              <a:rPr lang="fr-FR" b="1" u="sng">
                <a:latin typeface="Consolas"/>
              </a:rPr>
              <a:t>Code PHP :</a:t>
            </a:r>
            <a:endParaRPr lang="fr-FR" b="1" u="sng" dirty="0">
              <a:latin typeface="Consolas"/>
            </a:endParaRPr>
          </a:p>
          <a:p>
            <a:pPr marL="0" indent="0">
              <a:buNone/>
            </a:pPr>
            <a:r>
              <a:rPr lang="fr-FR" b="1">
                <a:latin typeface="Consolas"/>
              </a:rPr>
              <a:t>&lt;?php</a:t>
            </a:r>
            <a:br>
              <a:rPr lang="fr-FR" dirty="0">
                <a:latin typeface="Consolas"/>
              </a:rPr>
            </a:br>
            <a:r>
              <a:rPr lang="fr-FR">
                <a:latin typeface="Consolas"/>
              </a:rPr>
              <a:t>    $i = 0;</a:t>
            </a:r>
            <a:br>
              <a:rPr lang="fr-FR" dirty="0">
                <a:latin typeface="Consolas"/>
              </a:rPr>
            </a:br>
            <a:r>
              <a:rPr lang="fr-FR" dirty="0">
                <a:latin typeface="Consolas"/>
              </a:rPr>
              <a:t>    </a:t>
            </a:r>
            <a:r>
              <a:rPr lang="fr-FR" b="1">
                <a:latin typeface="Consolas"/>
              </a:rPr>
              <a:t>for</a:t>
            </a:r>
            <a:r>
              <a:rPr lang="fr-FR">
                <a:latin typeface="Consolas"/>
              </a:rPr>
              <a:t>($i = 0; $i &lt; 5; $i++) {</a:t>
            </a:r>
            <a:br>
              <a:rPr lang="fr-FR" dirty="0">
                <a:latin typeface="Consolas"/>
              </a:rPr>
            </a:br>
            <a:r>
              <a:rPr lang="fr-FR" dirty="0">
                <a:latin typeface="Consolas"/>
              </a:rPr>
              <a:t>        </a:t>
            </a:r>
            <a:r>
              <a:rPr lang="fr-FR" b="1">
                <a:latin typeface="Consolas"/>
              </a:rPr>
              <a:t>if</a:t>
            </a:r>
            <a:r>
              <a:rPr lang="fr-FR">
                <a:latin typeface="Consolas"/>
              </a:rPr>
              <a:t>($i == 2) {</a:t>
            </a:r>
            <a:br>
              <a:rPr lang="fr-FR" dirty="0">
                <a:latin typeface="Consolas"/>
              </a:rPr>
            </a:br>
            <a:r>
              <a:rPr lang="fr-FR">
                <a:latin typeface="Consolas"/>
              </a:rPr>
              <a:t>            echo "Deux&lt;br /&gt;";</a:t>
            </a:r>
            <a:br>
              <a:rPr lang="fr-FR" dirty="0">
                <a:latin typeface="Consolas"/>
              </a:rPr>
            </a:br>
            <a:r>
              <a:rPr lang="fr-FR">
                <a:latin typeface="Consolas"/>
              </a:rPr>
              <a:t>        } </a:t>
            </a:r>
            <a:r>
              <a:rPr lang="fr-FR" b="1">
                <a:latin typeface="Consolas"/>
              </a:rPr>
              <a:t>else </a:t>
            </a:r>
            <a:r>
              <a:rPr lang="fr-FR">
                <a:latin typeface="Consolas"/>
              </a:rPr>
              <a:t>{</a:t>
            </a:r>
            <a:br>
              <a:rPr lang="fr-FR" dirty="0">
                <a:latin typeface="Consolas"/>
              </a:rPr>
            </a:br>
            <a:r>
              <a:rPr lang="fr-FR">
                <a:latin typeface="Consolas"/>
              </a:rPr>
              <a:t>            echo "$i&lt;br /&gt;";</a:t>
            </a:r>
            <a:br>
              <a:rPr lang="fr-FR" dirty="0">
                <a:latin typeface="Consolas"/>
              </a:rPr>
            </a:br>
            <a:r>
              <a:rPr lang="fr-FR">
                <a:latin typeface="Consolas"/>
              </a:rPr>
              <a:t>        }</a:t>
            </a:r>
            <a:br>
              <a:rPr lang="fr-FR" dirty="0">
                <a:latin typeface="Consolas"/>
              </a:rPr>
            </a:br>
            <a:r>
              <a:rPr lang="fr-FR">
                <a:latin typeface="Consolas"/>
              </a:rPr>
              <a:t>    }</a:t>
            </a:r>
            <a:endParaRPr lang="fr-FR" b="1">
              <a:latin typeface="Trebuchet MS" panose="020B0603020202020204"/>
            </a:endParaRPr>
          </a:p>
          <a:p>
            <a:pPr marL="0" indent="0">
              <a:buNone/>
            </a:pPr>
            <a:endParaRPr lang="fr-FR" dirty="0">
              <a:latin typeface="Consolas"/>
            </a:endParaRPr>
          </a:p>
          <a:p>
            <a:pPr marL="0" indent="0">
              <a:buNone/>
            </a:pPr>
            <a:r>
              <a:rPr lang="fr-FR">
                <a:latin typeface="Consolas"/>
              </a:rPr>
              <a:t>    echo </a:t>
            </a:r>
            <a:r>
              <a:rPr lang="fr-FR" i="1">
                <a:latin typeface="Consolas"/>
              </a:rPr>
              <a:t>date</a:t>
            </a:r>
            <a:r>
              <a:rPr lang="fr-FR">
                <a:latin typeface="Consolas"/>
              </a:rPr>
              <a:t>("d/m/Y");</a:t>
            </a:r>
            <a:br>
              <a:rPr lang="fr-FR" dirty="0">
                <a:latin typeface="Consolas"/>
              </a:rPr>
            </a:br>
            <a:r>
              <a:rPr lang="fr-FR" b="1">
                <a:latin typeface="Consolas"/>
              </a:rPr>
              <a:t>?&gt;</a:t>
            </a:r>
            <a:endParaRPr lang="fr-FR" b="1"/>
          </a:p>
        </p:txBody>
      </p:sp>
      <p:sp>
        <p:nvSpPr>
          <p:cNvPr id="4" name="Espace réservé du contenu 3">
            <a:extLst>
              <a:ext uri="{FF2B5EF4-FFF2-40B4-BE49-F238E27FC236}">
                <a16:creationId xmlns:a16="http://schemas.microsoft.com/office/drawing/2014/main" id="{B298A508-F3E8-49B2-A902-D0901958DB3F}"/>
              </a:ext>
            </a:extLst>
          </p:cNvPr>
          <p:cNvSpPr>
            <a:spLocks noGrp="1"/>
          </p:cNvSpPr>
          <p:nvPr>
            <p:ph sz="half" idx="2"/>
          </p:nvPr>
        </p:nvSpPr>
        <p:spPr>
          <a:xfrm>
            <a:off x="6093109" y="2160589"/>
            <a:ext cx="3180895" cy="3880773"/>
          </a:xfrm>
        </p:spPr>
        <p:txBody>
          <a:bodyPr vert="horz" lIns="91440" tIns="45720" rIns="91440" bIns="45720" rtlCol="0" anchor="t">
            <a:normAutofit lnSpcReduction="10000"/>
          </a:bodyPr>
          <a:lstStyle/>
          <a:p>
            <a:pPr marL="0" indent="0">
              <a:buNone/>
            </a:pPr>
            <a:r>
              <a:rPr lang="fr-FR" b="1" u="sng">
                <a:ea typeface="+mn-lt"/>
                <a:cs typeface="+mn-lt"/>
              </a:rPr>
              <a:t>Affichage HTML :</a:t>
            </a:r>
            <a:endParaRPr lang="fr-FR" b="1" u="sng" dirty="0">
              <a:ea typeface="+mn-lt"/>
              <a:cs typeface="+mn-lt"/>
            </a:endParaRPr>
          </a:p>
          <a:p>
            <a:pPr marL="0" indent="0">
              <a:buNone/>
            </a:pPr>
            <a:r>
              <a:rPr lang="fr-FR">
                <a:ea typeface="+mn-lt"/>
                <a:cs typeface="+mn-lt"/>
              </a:rPr>
              <a:t>0</a:t>
            </a:r>
            <a:endParaRPr lang="fr-FR"/>
          </a:p>
          <a:p>
            <a:pPr marL="0" indent="0">
              <a:buNone/>
            </a:pPr>
            <a:r>
              <a:rPr lang="fr-FR">
                <a:ea typeface="+mn-lt"/>
                <a:cs typeface="+mn-lt"/>
              </a:rPr>
              <a:t>1</a:t>
            </a:r>
            <a:endParaRPr lang="fr-FR"/>
          </a:p>
          <a:p>
            <a:pPr marL="0" indent="0">
              <a:buNone/>
            </a:pPr>
            <a:r>
              <a:rPr lang="fr-FR">
                <a:ea typeface="+mn-lt"/>
                <a:cs typeface="+mn-lt"/>
              </a:rPr>
              <a:t>Deux</a:t>
            </a:r>
            <a:endParaRPr lang="fr-FR"/>
          </a:p>
          <a:p>
            <a:pPr marL="0" indent="0">
              <a:buNone/>
            </a:pPr>
            <a:r>
              <a:rPr lang="fr-FR">
                <a:ea typeface="+mn-lt"/>
                <a:cs typeface="+mn-lt"/>
              </a:rPr>
              <a:t>3</a:t>
            </a:r>
            <a:endParaRPr lang="fr-FR"/>
          </a:p>
          <a:p>
            <a:pPr marL="0" indent="0">
              <a:buNone/>
            </a:pPr>
            <a:r>
              <a:rPr lang="fr-FR">
                <a:ea typeface="+mn-lt"/>
                <a:cs typeface="+mn-lt"/>
              </a:rPr>
              <a:t>4</a:t>
            </a:r>
            <a:endParaRPr lang="fr-FR"/>
          </a:p>
          <a:p>
            <a:pPr marL="0" indent="0">
              <a:buNone/>
            </a:pPr>
            <a:r>
              <a:rPr lang="fr-FR">
                <a:ea typeface="+mn-lt"/>
                <a:cs typeface="+mn-lt"/>
              </a:rPr>
              <a:t>26/08/2020 </a:t>
            </a:r>
            <a:endParaRPr lang="fr-FR"/>
          </a:p>
        </p:txBody>
      </p:sp>
    </p:spTree>
    <p:extLst>
      <p:ext uri="{BB962C8B-B14F-4D97-AF65-F5344CB8AC3E}">
        <p14:creationId xmlns:p14="http://schemas.microsoft.com/office/powerpoint/2010/main" val="1987293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C7F695-D969-48A8-9E7B-10F95303ACD5}"/>
              </a:ext>
            </a:extLst>
          </p:cNvPr>
          <p:cNvSpPr>
            <a:spLocks noGrp="1"/>
          </p:cNvSpPr>
          <p:nvPr>
            <p:ph type="title"/>
          </p:nvPr>
        </p:nvSpPr>
        <p:spPr/>
        <p:txBody>
          <a:bodyPr/>
          <a:lstStyle/>
          <a:p>
            <a:r>
              <a:rPr lang="fr-FR" dirty="0"/>
              <a:t>Tableaux en PHP</a:t>
            </a:r>
          </a:p>
        </p:txBody>
      </p:sp>
      <p:sp>
        <p:nvSpPr>
          <p:cNvPr id="3" name="Espace réservé du contenu 2">
            <a:extLst>
              <a:ext uri="{FF2B5EF4-FFF2-40B4-BE49-F238E27FC236}">
                <a16:creationId xmlns:a16="http://schemas.microsoft.com/office/drawing/2014/main" id="{3DD50620-33B5-4F1D-8683-83B911A60104}"/>
              </a:ext>
            </a:extLst>
          </p:cNvPr>
          <p:cNvSpPr>
            <a:spLocks noGrp="1"/>
          </p:cNvSpPr>
          <p:nvPr>
            <p:ph idx="1"/>
          </p:nvPr>
        </p:nvSpPr>
        <p:spPr/>
        <p:txBody>
          <a:bodyPr vert="horz" lIns="91440" tIns="45720" rIns="91440" bIns="45720" rtlCol="0" anchor="t">
            <a:normAutofit/>
          </a:bodyPr>
          <a:lstStyle/>
          <a:p>
            <a:r>
              <a:rPr lang="fr-FR" dirty="0"/>
              <a:t>Tableaux simples (comme en C) :</a:t>
            </a:r>
          </a:p>
          <a:p>
            <a:pPr lvl="1"/>
            <a:r>
              <a:rPr lang="fr-FR" dirty="0"/>
              <a:t>Déclaration :</a:t>
            </a:r>
          </a:p>
          <a:p>
            <a:pPr marL="457200" lvl="1" indent="0">
              <a:buNone/>
            </a:pPr>
            <a:r>
              <a:rPr lang="fr-FR" dirty="0">
                <a:latin typeface="Courier New"/>
                <a:ea typeface="+mn-lt"/>
                <a:cs typeface="+mn-lt"/>
              </a:rPr>
              <a:t>$villes = ["Belfort", "</a:t>
            </a:r>
            <a:r>
              <a:rPr lang="fr-FR" dirty="0" err="1">
                <a:latin typeface="Courier New"/>
                <a:ea typeface="+mn-lt"/>
                <a:cs typeface="+mn-lt"/>
              </a:rPr>
              <a:t>Sévenans</a:t>
            </a:r>
            <a:r>
              <a:rPr lang="fr-FR" dirty="0">
                <a:latin typeface="Courier New"/>
                <a:ea typeface="+mn-lt"/>
                <a:cs typeface="+mn-lt"/>
              </a:rPr>
              <a:t>", "Montbéliard"];</a:t>
            </a:r>
          </a:p>
          <a:p>
            <a:pPr lvl="1"/>
            <a:r>
              <a:rPr lang="fr-FR" dirty="0">
                <a:ea typeface="+mn-lt"/>
                <a:cs typeface="+mn-lt"/>
              </a:rPr>
              <a:t>Accès (l'indice commence à 0) :</a:t>
            </a:r>
          </a:p>
          <a:p>
            <a:pPr marL="457200" lvl="1" indent="0">
              <a:buNone/>
            </a:pPr>
            <a:r>
              <a:rPr lang="fr-FR" dirty="0">
                <a:latin typeface="Courier New"/>
                <a:ea typeface="+mn-lt"/>
                <a:cs typeface="+mn-lt"/>
              </a:rPr>
              <a:t>$villes[0]</a:t>
            </a:r>
            <a:r>
              <a:rPr lang="fr-FR" dirty="0">
                <a:ea typeface="+mn-lt"/>
                <a:cs typeface="+mn-lt"/>
              </a:rPr>
              <a:t> vaut "Belfort", </a:t>
            </a:r>
            <a:r>
              <a:rPr lang="fr-FR" dirty="0">
                <a:latin typeface="Courier New"/>
                <a:ea typeface="+mn-lt"/>
                <a:cs typeface="+mn-lt"/>
              </a:rPr>
              <a:t>$villes[1]</a:t>
            </a:r>
            <a:r>
              <a:rPr lang="fr-FR" dirty="0">
                <a:ea typeface="+mn-lt"/>
                <a:cs typeface="+mn-lt"/>
              </a:rPr>
              <a:t> vaut "</a:t>
            </a:r>
            <a:r>
              <a:rPr lang="fr-FR" dirty="0" err="1">
                <a:ea typeface="+mn-lt"/>
                <a:cs typeface="+mn-lt"/>
              </a:rPr>
              <a:t>Sévenans</a:t>
            </a:r>
            <a:r>
              <a:rPr lang="fr-FR" dirty="0">
                <a:ea typeface="+mn-lt"/>
                <a:cs typeface="+mn-lt"/>
              </a:rPr>
              <a:t>", etc.</a:t>
            </a:r>
          </a:p>
          <a:p>
            <a:pPr lvl="1"/>
            <a:r>
              <a:rPr lang="fr-FR" dirty="0">
                <a:ea typeface="+mn-lt"/>
                <a:cs typeface="+mn-lt"/>
              </a:rPr>
              <a:t>Taille du tableau :</a:t>
            </a:r>
          </a:p>
          <a:p>
            <a:pPr marL="457200" lvl="1" indent="0">
              <a:buNone/>
            </a:pPr>
            <a:r>
              <a:rPr lang="fr-FR" dirty="0">
                <a:latin typeface="Courier New"/>
                <a:ea typeface="+mn-lt"/>
                <a:cs typeface="+mn-lt"/>
              </a:rPr>
              <a:t>count($villes);</a:t>
            </a:r>
          </a:p>
          <a:p>
            <a:pPr lvl="1"/>
            <a:r>
              <a:rPr lang="fr-FR" dirty="0">
                <a:latin typeface="Trebuchet MS"/>
                <a:ea typeface="+mn-lt"/>
                <a:cs typeface="+mn-lt"/>
              </a:rPr>
              <a:t>Parcours :</a:t>
            </a:r>
          </a:p>
          <a:p>
            <a:pPr lvl="2" indent="-285750"/>
            <a:r>
              <a:rPr lang="fr-FR" dirty="0">
                <a:latin typeface="Trebuchet MS"/>
                <a:ea typeface="+mn-lt"/>
                <a:cs typeface="+mn-lt"/>
              </a:rPr>
              <a:t>Avec </a:t>
            </a:r>
            <a:r>
              <a:rPr lang="fr-FR" b="1" dirty="0">
                <a:latin typeface="Trebuchet MS"/>
                <a:ea typeface="+mn-lt"/>
                <a:cs typeface="+mn-lt"/>
              </a:rPr>
              <a:t>for</a:t>
            </a:r>
            <a:r>
              <a:rPr lang="fr-FR" dirty="0">
                <a:latin typeface="Trebuchet MS"/>
                <a:ea typeface="+mn-lt"/>
                <a:cs typeface="+mn-lt"/>
              </a:rPr>
              <a:t> (comme en C)</a:t>
            </a:r>
          </a:p>
          <a:p>
            <a:pPr lvl="2" indent="-285750"/>
            <a:r>
              <a:rPr lang="fr-FR" dirty="0">
                <a:latin typeface="Trebuchet MS"/>
                <a:ea typeface="+mn-lt"/>
                <a:cs typeface="+mn-lt"/>
              </a:rPr>
              <a:t>Avec </a:t>
            </a:r>
            <a:r>
              <a:rPr lang="fr-FR" b="1" dirty="0" err="1">
                <a:latin typeface="Trebuchet MS"/>
                <a:ea typeface="+mn-lt"/>
                <a:cs typeface="+mn-lt"/>
              </a:rPr>
              <a:t>foreach</a:t>
            </a:r>
            <a:r>
              <a:rPr lang="fr-FR" b="1" dirty="0">
                <a:latin typeface="Trebuchet MS"/>
                <a:ea typeface="+mn-lt"/>
                <a:cs typeface="+mn-lt"/>
              </a:rPr>
              <a:t> : </a:t>
            </a:r>
            <a:r>
              <a:rPr lang="fr-FR" dirty="0" err="1">
                <a:latin typeface="Trebuchet MS"/>
                <a:ea typeface="+mn-lt"/>
                <a:cs typeface="+mn-lt"/>
              </a:rPr>
              <a:t>foreach</a:t>
            </a:r>
            <a:r>
              <a:rPr lang="fr-FR" dirty="0">
                <a:latin typeface="Trebuchet MS"/>
                <a:ea typeface="+mn-lt"/>
                <a:cs typeface="+mn-lt"/>
              </a:rPr>
              <a:t>($</a:t>
            </a:r>
            <a:r>
              <a:rPr lang="fr-FR" dirty="0" err="1">
                <a:latin typeface="Trebuchet MS"/>
                <a:ea typeface="+mn-lt"/>
                <a:cs typeface="+mn-lt"/>
              </a:rPr>
              <a:t>array</a:t>
            </a:r>
            <a:r>
              <a:rPr lang="fr-FR" dirty="0">
                <a:latin typeface="Trebuchet MS"/>
                <a:ea typeface="+mn-lt"/>
                <a:cs typeface="+mn-lt"/>
              </a:rPr>
              <a:t> as $</a:t>
            </a:r>
            <a:r>
              <a:rPr lang="fr-FR" dirty="0" err="1">
                <a:latin typeface="Trebuchet MS"/>
                <a:ea typeface="+mn-lt"/>
                <a:cs typeface="+mn-lt"/>
              </a:rPr>
              <a:t>element</a:t>
            </a:r>
            <a:r>
              <a:rPr lang="fr-FR" dirty="0">
                <a:latin typeface="Trebuchet MS"/>
                <a:ea typeface="+mn-lt"/>
                <a:cs typeface="+mn-lt"/>
              </a:rPr>
              <a:t>) { </a:t>
            </a:r>
            <a:r>
              <a:rPr lang="fr-FR" dirty="0" err="1">
                <a:latin typeface="Trebuchet MS"/>
                <a:ea typeface="+mn-lt"/>
                <a:cs typeface="+mn-lt"/>
              </a:rPr>
              <a:t>echo</a:t>
            </a:r>
            <a:r>
              <a:rPr lang="fr-FR" dirty="0">
                <a:latin typeface="Trebuchet MS"/>
                <a:ea typeface="+mn-lt"/>
                <a:cs typeface="+mn-lt"/>
              </a:rPr>
              <a:t>  }</a:t>
            </a:r>
          </a:p>
        </p:txBody>
      </p:sp>
    </p:spTree>
    <p:extLst>
      <p:ext uri="{BB962C8B-B14F-4D97-AF65-F5344CB8AC3E}">
        <p14:creationId xmlns:p14="http://schemas.microsoft.com/office/powerpoint/2010/main" val="31468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C7F695-D969-48A8-9E7B-10F95303ACD5}"/>
              </a:ext>
            </a:extLst>
          </p:cNvPr>
          <p:cNvSpPr>
            <a:spLocks noGrp="1"/>
          </p:cNvSpPr>
          <p:nvPr>
            <p:ph type="title"/>
          </p:nvPr>
        </p:nvSpPr>
        <p:spPr/>
        <p:txBody>
          <a:bodyPr/>
          <a:lstStyle/>
          <a:p>
            <a:r>
              <a:rPr lang="fr-FR" dirty="0"/>
              <a:t>Tableaux en PHP</a:t>
            </a:r>
          </a:p>
        </p:txBody>
      </p:sp>
      <p:sp>
        <p:nvSpPr>
          <p:cNvPr id="3" name="Espace réservé du contenu 2">
            <a:extLst>
              <a:ext uri="{FF2B5EF4-FFF2-40B4-BE49-F238E27FC236}">
                <a16:creationId xmlns:a16="http://schemas.microsoft.com/office/drawing/2014/main" id="{3DD50620-33B5-4F1D-8683-83B911A60104}"/>
              </a:ext>
            </a:extLst>
          </p:cNvPr>
          <p:cNvSpPr>
            <a:spLocks noGrp="1"/>
          </p:cNvSpPr>
          <p:nvPr>
            <p:ph idx="1"/>
          </p:nvPr>
        </p:nvSpPr>
        <p:spPr/>
        <p:txBody>
          <a:bodyPr vert="horz" lIns="91440" tIns="45720" rIns="91440" bIns="45720" rtlCol="0" anchor="t">
            <a:normAutofit/>
          </a:bodyPr>
          <a:lstStyle/>
          <a:p>
            <a:r>
              <a:rPr lang="fr-FR" dirty="0"/>
              <a:t>Tableaux associatifs (association clé/valeur) :</a:t>
            </a:r>
          </a:p>
          <a:p>
            <a:pPr lvl="1"/>
            <a:r>
              <a:rPr lang="fr-FR" dirty="0"/>
              <a:t>Déclaration :</a:t>
            </a:r>
          </a:p>
          <a:p>
            <a:pPr marL="457200" lvl="1" indent="0">
              <a:buNone/>
            </a:pPr>
            <a:r>
              <a:rPr lang="fr-FR" dirty="0">
                <a:latin typeface="Courier New"/>
                <a:ea typeface="+mn-lt"/>
                <a:cs typeface="+mn-lt"/>
              </a:rPr>
              <a:t>$os = ["iPad" =&gt; "</a:t>
            </a:r>
            <a:r>
              <a:rPr lang="fr-FR" dirty="0" err="1">
                <a:latin typeface="Courier New"/>
                <a:ea typeface="+mn-lt"/>
                <a:cs typeface="+mn-lt"/>
              </a:rPr>
              <a:t>MacOS</a:t>
            </a:r>
            <a:r>
              <a:rPr lang="fr-FR" dirty="0">
                <a:latin typeface="Courier New"/>
                <a:ea typeface="+mn-lt"/>
                <a:cs typeface="+mn-lt"/>
              </a:rPr>
              <a:t>", "iPhone" =&gt; "</a:t>
            </a:r>
            <a:r>
              <a:rPr lang="fr-FR" dirty="0" err="1">
                <a:latin typeface="Courier New"/>
                <a:ea typeface="+mn-lt"/>
                <a:cs typeface="+mn-lt"/>
              </a:rPr>
              <a:t>MacOS</a:t>
            </a:r>
            <a:r>
              <a:rPr lang="fr-FR" dirty="0">
                <a:latin typeface="Courier New"/>
                <a:ea typeface="+mn-lt"/>
                <a:cs typeface="+mn-lt"/>
              </a:rPr>
              <a:t>", "Galaxy Tab S4" =&gt; "Android"];</a:t>
            </a:r>
          </a:p>
          <a:p>
            <a:pPr lvl="1"/>
            <a:r>
              <a:rPr lang="fr-FR" dirty="0">
                <a:ea typeface="+mn-lt"/>
                <a:cs typeface="+mn-lt"/>
              </a:rPr>
              <a:t>Accès :</a:t>
            </a:r>
          </a:p>
          <a:p>
            <a:pPr marL="457200" lvl="1" indent="0">
              <a:buNone/>
            </a:pPr>
            <a:r>
              <a:rPr lang="fr-FR" dirty="0">
                <a:latin typeface="Courier New"/>
                <a:ea typeface="+mn-lt"/>
                <a:cs typeface="+mn-lt"/>
              </a:rPr>
              <a:t>$os["iPad"]</a:t>
            </a:r>
            <a:r>
              <a:rPr lang="fr-FR" dirty="0">
                <a:ea typeface="+mn-lt"/>
                <a:cs typeface="+mn-lt"/>
              </a:rPr>
              <a:t> vaut "</a:t>
            </a:r>
            <a:r>
              <a:rPr lang="fr-FR" dirty="0" err="1">
                <a:ea typeface="+mn-lt"/>
                <a:cs typeface="+mn-lt"/>
              </a:rPr>
              <a:t>MacOS</a:t>
            </a:r>
            <a:r>
              <a:rPr lang="fr-FR" dirty="0">
                <a:ea typeface="+mn-lt"/>
                <a:cs typeface="+mn-lt"/>
              </a:rPr>
              <a:t>", </a:t>
            </a:r>
            <a:r>
              <a:rPr lang="fr-FR" dirty="0">
                <a:latin typeface="Trebuchet MS"/>
                <a:ea typeface="+mn-lt"/>
                <a:cs typeface="+mn-lt"/>
              </a:rPr>
              <a:t>de même que </a:t>
            </a:r>
            <a:r>
              <a:rPr lang="fr-FR" dirty="0">
                <a:latin typeface="Courier New"/>
                <a:ea typeface="+mn-lt"/>
                <a:cs typeface="Courier New"/>
              </a:rPr>
              <a:t>$os["iPhone"] ; </a:t>
            </a:r>
            <a:r>
              <a:rPr lang="fr-FR" dirty="0">
                <a:latin typeface="trebuchet ms"/>
                <a:ea typeface="+mn-lt"/>
                <a:cs typeface="Courier New"/>
              </a:rPr>
              <a:t>par contre</a:t>
            </a:r>
            <a:r>
              <a:rPr lang="fr-FR" dirty="0">
                <a:latin typeface="Trebuchet MS"/>
                <a:ea typeface="+mn-lt"/>
                <a:cs typeface="+mn-lt"/>
              </a:rPr>
              <a:t> </a:t>
            </a:r>
            <a:r>
              <a:rPr lang="fr-FR" dirty="0">
                <a:latin typeface="Courier New"/>
                <a:ea typeface="+mn-lt"/>
                <a:cs typeface="+mn-lt"/>
              </a:rPr>
              <a:t>$os["Galaxy Tab S4"]</a:t>
            </a:r>
            <a:r>
              <a:rPr lang="fr-FR" dirty="0">
                <a:ea typeface="+mn-lt"/>
                <a:cs typeface="+mn-lt"/>
              </a:rPr>
              <a:t> vaut "Samsung"</a:t>
            </a:r>
          </a:p>
          <a:p>
            <a:pPr indent="-285750"/>
            <a:r>
              <a:rPr lang="fr-FR" dirty="0">
                <a:latin typeface="Trebuchet MS"/>
                <a:ea typeface="+mn-lt"/>
                <a:cs typeface="+mn-lt"/>
              </a:rPr>
              <a:t>Techniquement un tableau "simple" est un tableau associatif dont la clé est un entier</a:t>
            </a:r>
          </a:p>
        </p:txBody>
      </p:sp>
    </p:spTree>
    <p:extLst>
      <p:ext uri="{BB962C8B-B14F-4D97-AF65-F5344CB8AC3E}">
        <p14:creationId xmlns:p14="http://schemas.microsoft.com/office/powerpoint/2010/main" val="326572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C7F695-D969-48A8-9E7B-10F95303ACD5}"/>
              </a:ext>
            </a:extLst>
          </p:cNvPr>
          <p:cNvSpPr>
            <a:spLocks noGrp="1"/>
          </p:cNvSpPr>
          <p:nvPr>
            <p:ph type="title"/>
          </p:nvPr>
        </p:nvSpPr>
        <p:spPr/>
        <p:txBody>
          <a:bodyPr/>
          <a:lstStyle/>
          <a:p>
            <a:r>
              <a:rPr lang="fr-FR" dirty="0"/>
              <a:t>Déclaration de fonctions en PHP</a:t>
            </a:r>
          </a:p>
        </p:txBody>
      </p:sp>
      <p:sp>
        <p:nvSpPr>
          <p:cNvPr id="3" name="Espace réservé du contenu 2">
            <a:extLst>
              <a:ext uri="{FF2B5EF4-FFF2-40B4-BE49-F238E27FC236}">
                <a16:creationId xmlns:a16="http://schemas.microsoft.com/office/drawing/2014/main" id="{3DD50620-33B5-4F1D-8683-83B911A60104}"/>
              </a:ext>
            </a:extLst>
          </p:cNvPr>
          <p:cNvSpPr>
            <a:spLocks noGrp="1"/>
          </p:cNvSpPr>
          <p:nvPr>
            <p:ph idx="1"/>
          </p:nvPr>
        </p:nvSpPr>
        <p:spPr/>
        <p:txBody>
          <a:bodyPr vert="horz" lIns="91440" tIns="45720" rIns="91440" bIns="45720" rtlCol="0" anchor="t">
            <a:normAutofit fontScale="92500" lnSpcReduction="10000"/>
          </a:bodyPr>
          <a:lstStyle/>
          <a:p>
            <a:r>
              <a:rPr lang="fr-FR" dirty="0"/>
              <a:t>Déclaration </a:t>
            </a:r>
            <a:r>
              <a:rPr lang="fr-FR" dirty="0">
                <a:latin typeface="Trebuchet MS"/>
                <a:ea typeface="+mn-lt"/>
                <a:cs typeface="+mn-lt"/>
              </a:rPr>
              <a:t>de fonction :</a:t>
            </a:r>
          </a:p>
          <a:p>
            <a:pPr marL="0" indent="0">
              <a:buNone/>
            </a:pPr>
            <a:r>
              <a:rPr lang="fr-FR" b="1" dirty="0" err="1">
                <a:latin typeface="courier new"/>
                <a:cs typeface="courier new"/>
              </a:rPr>
              <a:t>function</a:t>
            </a:r>
            <a:r>
              <a:rPr lang="fr-FR" dirty="0">
                <a:latin typeface="courier new"/>
                <a:cs typeface="courier new"/>
              </a:rPr>
              <a:t> </a:t>
            </a:r>
            <a:r>
              <a:rPr lang="fr-FR" dirty="0" err="1">
                <a:latin typeface="courier new"/>
                <a:cs typeface="courier new"/>
              </a:rPr>
              <a:t>mon_nom_de_fonction</a:t>
            </a:r>
            <a:r>
              <a:rPr lang="fr-FR" dirty="0">
                <a:latin typeface="courier new"/>
                <a:cs typeface="courier new"/>
              </a:rPr>
              <a:t>(type1 $param1, type2 $param2, …, </a:t>
            </a:r>
            <a:r>
              <a:rPr lang="fr-FR" dirty="0" err="1">
                <a:latin typeface="courier new"/>
                <a:cs typeface="courier new"/>
              </a:rPr>
              <a:t>typen</a:t>
            </a:r>
            <a:r>
              <a:rPr lang="fr-FR" dirty="0">
                <a:latin typeface="courier new"/>
                <a:cs typeface="courier new"/>
              </a:rPr>
              <a:t> $</a:t>
            </a:r>
            <a:r>
              <a:rPr lang="fr-FR" dirty="0" err="1">
                <a:latin typeface="courier new"/>
                <a:cs typeface="courier new"/>
              </a:rPr>
              <a:t>paramN</a:t>
            </a:r>
            <a:r>
              <a:rPr lang="fr-FR" dirty="0">
                <a:latin typeface="courier new"/>
                <a:cs typeface="courier new"/>
              </a:rPr>
              <a:t>): </a:t>
            </a:r>
            <a:r>
              <a:rPr lang="fr-FR" dirty="0" err="1">
                <a:latin typeface="courier new"/>
                <a:cs typeface="courier new"/>
              </a:rPr>
              <a:t>type_de_retour</a:t>
            </a:r>
            <a:endParaRPr lang="fr-FR">
              <a:latin typeface="courier new"/>
              <a:cs typeface="courier new"/>
            </a:endParaRPr>
          </a:p>
          <a:p>
            <a:pPr marL="0" indent="0">
              <a:buNone/>
            </a:pPr>
            <a:r>
              <a:rPr lang="fr-FR" dirty="0">
                <a:latin typeface="courier new"/>
                <a:cs typeface="courier new"/>
              </a:rPr>
              <a:t>{</a:t>
            </a:r>
          </a:p>
          <a:p>
            <a:pPr marL="0" indent="0">
              <a:buNone/>
            </a:pPr>
            <a:r>
              <a:rPr lang="fr-FR" dirty="0">
                <a:latin typeface="courier new"/>
                <a:cs typeface="courier new"/>
              </a:rPr>
              <a:t>     </a:t>
            </a:r>
            <a:r>
              <a:rPr lang="fr-FR" dirty="0" err="1">
                <a:latin typeface="courier new"/>
                <a:cs typeface="courier new"/>
              </a:rPr>
              <a:t>echo</a:t>
            </a:r>
            <a:r>
              <a:rPr lang="fr-FR" dirty="0">
                <a:latin typeface="courier new"/>
                <a:cs typeface="courier new"/>
              </a:rPr>
              <a:t> "Ceci est une fonction";</a:t>
            </a:r>
          </a:p>
          <a:p>
            <a:pPr marL="0" indent="0">
              <a:buNone/>
            </a:pPr>
            <a:r>
              <a:rPr lang="fr-FR" dirty="0">
                <a:latin typeface="courier new"/>
                <a:cs typeface="courier new"/>
              </a:rPr>
              <a:t>     return $</a:t>
            </a:r>
            <a:r>
              <a:rPr lang="fr-FR" dirty="0" err="1">
                <a:latin typeface="courier new"/>
                <a:cs typeface="courier new"/>
              </a:rPr>
              <a:t>result</a:t>
            </a:r>
            <a:r>
              <a:rPr lang="fr-FR" dirty="0">
                <a:latin typeface="courier new"/>
                <a:cs typeface="courier new"/>
              </a:rPr>
              <a:t>;</a:t>
            </a:r>
          </a:p>
          <a:p>
            <a:pPr marL="0" indent="0">
              <a:buNone/>
            </a:pPr>
            <a:r>
              <a:rPr lang="fr-FR" dirty="0">
                <a:latin typeface="courier new"/>
                <a:cs typeface="courier new"/>
              </a:rPr>
              <a:t>}</a:t>
            </a:r>
          </a:p>
          <a:p>
            <a:r>
              <a:rPr lang="fr-FR" dirty="0">
                <a:latin typeface="Trebuchet MS"/>
                <a:cs typeface="courier new"/>
              </a:rPr>
              <a:t>La précision des types est facultative mais recommandée</a:t>
            </a:r>
          </a:p>
          <a:p>
            <a:r>
              <a:rPr lang="fr-FR" dirty="0">
                <a:latin typeface="Trebuchet MS"/>
                <a:cs typeface="courier new"/>
              </a:rPr>
              <a:t>Il est facultatif de définir une fonction avant de l'utiliser, mais c'est recommandé</a:t>
            </a:r>
          </a:p>
          <a:p>
            <a:r>
              <a:rPr lang="fr-FR" dirty="0">
                <a:latin typeface="Trebuchet MS"/>
                <a:cs typeface="courier new"/>
              </a:rPr>
              <a:t>Nous considérerons que les variables globales ne sont pas utilisables à l'intérieur des fonctions</a:t>
            </a:r>
          </a:p>
        </p:txBody>
      </p:sp>
    </p:spTree>
    <p:extLst>
      <p:ext uri="{BB962C8B-B14F-4D97-AF65-F5344CB8AC3E}">
        <p14:creationId xmlns:p14="http://schemas.microsoft.com/office/powerpoint/2010/main" val="2982595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BC2A3E-22CA-4028-BD8E-1CBAD97F2CD9}"/>
              </a:ext>
            </a:extLst>
          </p:cNvPr>
          <p:cNvSpPr>
            <a:spLocks noGrp="1"/>
          </p:cNvSpPr>
          <p:nvPr>
            <p:ph type="title"/>
          </p:nvPr>
        </p:nvSpPr>
        <p:spPr/>
        <p:txBody>
          <a:bodyPr/>
          <a:lstStyle/>
          <a:p>
            <a:r>
              <a:rPr lang="fr-FR" dirty="0"/>
              <a:t>PHP et base de données</a:t>
            </a:r>
          </a:p>
        </p:txBody>
      </p:sp>
      <p:sp>
        <p:nvSpPr>
          <p:cNvPr id="3" name="Espace réservé du contenu 2">
            <a:extLst>
              <a:ext uri="{FF2B5EF4-FFF2-40B4-BE49-F238E27FC236}">
                <a16:creationId xmlns:a16="http://schemas.microsoft.com/office/drawing/2014/main" id="{1999C4BA-DC67-4F26-8153-54ED5033B521}"/>
              </a:ext>
            </a:extLst>
          </p:cNvPr>
          <p:cNvSpPr>
            <a:spLocks noGrp="1"/>
          </p:cNvSpPr>
          <p:nvPr>
            <p:ph idx="1"/>
          </p:nvPr>
        </p:nvSpPr>
        <p:spPr/>
        <p:txBody>
          <a:bodyPr vert="horz" lIns="91440" tIns="45720" rIns="91440" bIns="45720" rtlCol="0" anchor="t">
            <a:normAutofit lnSpcReduction="10000"/>
          </a:bodyPr>
          <a:lstStyle/>
          <a:p>
            <a:r>
              <a:rPr lang="fr-FR" dirty="0"/>
              <a:t>Connexion à une base de données :</a:t>
            </a:r>
            <a:endParaRPr lang="en-US" dirty="0"/>
          </a:p>
          <a:p>
            <a:pPr marL="0" indent="0">
              <a:buNone/>
            </a:pPr>
            <a:r>
              <a:rPr lang="fr-FR" sz="1400" b="1" dirty="0">
                <a:solidFill>
                  <a:schemeClr val="accent2"/>
                </a:solidFill>
                <a:latin typeface="Courier New"/>
                <a:cs typeface="Courier New"/>
              </a:rPr>
              <a:t>$</a:t>
            </a:r>
            <a:r>
              <a:rPr lang="fr-FR" sz="1400" b="1" dirty="0" err="1">
                <a:solidFill>
                  <a:schemeClr val="accent2"/>
                </a:solidFill>
                <a:latin typeface="Courier New"/>
                <a:ea typeface="+mn-lt"/>
                <a:cs typeface="Courier New"/>
              </a:rPr>
              <a:t>bdd</a:t>
            </a:r>
            <a:r>
              <a:rPr lang="fr-FR" sz="1400" dirty="0">
                <a:latin typeface="Courier New"/>
                <a:ea typeface="+mn-lt"/>
                <a:cs typeface="Courier New"/>
              </a:rPr>
              <a:t> = new PDO("</a:t>
            </a:r>
            <a:r>
              <a:rPr lang="fr-FR" sz="1400" dirty="0" err="1">
                <a:latin typeface="Courier New"/>
                <a:ea typeface="+mn-lt"/>
                <a:cs typeface="Courier New"/>
              </a:rPr>
              <a:t>mysql:host</a:t>
            </a:r>
            <a:r>
              <a:rPr lang="fr-FR" sz="1400" dirty="0">
                <a:latin typeface="Courier New"/>
                <a:ea typeface="+mn-lt"/>
                <a:cs typeface="Courier New"/>
              </a:rPr>
              <a:t>=</a:t>
            </a:r>
            <a:r>
              <a:rPr lang="fr-FR" sz="1400" dirty="0" err="1">
                <a:latin typeface="Courier New"/>
                <a:ea typeface="+mn-lt"/>
                <a:cs typeface="Courier New"/>
              </a:rPr>
              <a:t>localhost;dbname</a:t>
            </a:r>
            <a:r>
              <a:rPr lang="fr-FR" sz="1400" dirty="0">
                <a:latin typeface="Courier New"/>
                <a:ea typeface="+mn-lt"/>
                <a:cs typeface="Courier New"/>
              </a:rPr>
              <a:t>=</a:t>
            </a:r>
            <a:r>
              <a:rPr lang="fr-FR" sz="1400" dirty="0" err="1">
                <a:latin typeface="Courier New"/>
                <a:ea typeface="+mn-lt"/>
                <a:cs typeface="Courier New"/>
              </a:rPr>
              <a:t>test;charset</a:t>
            </a:r>
            <a:r>
              <a:rPr lang="fr-FR" sz="1400" dirty="0">
                <a:latin typeface="Courier New"/>
                <a:ea typeface="+mn-lt"/>
                <a:cs typeface="Courier New"/>
              </a:rPr>
              <a:t>=utf8", "root", "");</a:t>
            </a:r>
            <a:endParaRPr lang="en-US" sz="1400" dirty="0">
              <a:ea typeface="+mn-lt"/>
              <a:cs typeface="+mn-lt"/>
            </a:endParaRPr>
          </a:p>
          <a:p>
            <a:pPr marL="0" indent="0">
              <a:buNone/>
            </a:pPr>
            <a:endParaRPr lang="fr-FR" dirty="0">
              <a:latin typeface="Trebuchet MS"/>
              <a:ea typeface="+mn-lt"/>
              <a:cs typeface="+mn-lt"/>
            </a:endParaRPr>
          </a:p>
          <a:p>
            <a:r>
              <a:rPr lang="fr-FR" dirty="0">
                <a:latin typeface="Trebuchet MS"/>
                <a:ea typeface="+mn-lt"/>
                <a:cs typeface="+mn-lt"/>
              </a:rPr>
              <a:t>Préparation d'une requête :</a:t>
            </a:r>
          </a:p>
          <a:p>
            <a:pPr marL="0" indent="0">
              <a:buNone/>
            </a:pPr>
            <a:r>
              <a:rPr lang="fr-FR" sz="1400" b="1" dirty="0">
                <a:solidFill>
                  <a:schemeClr val="accent4"/>
                </a:solidFill>
                <a:latin typeface="Courier New"/>
                <a:ea typeface="+mn-lt"/>
                <a:cs typeface="Courier New"/>
              </a:rPr>
              <a:t>$</a:t>
            </a:r>
            <a:r>
              <a:rPr lang="fr-FR" sz="1400" b="1" dirty="0" err="1">
                <a:solidFill>
                  <a:schemeClr val="accent4"/>
                </a:solidFill>
                <a:latin typeface="Courier New"/>
                <a:ea typeface="+mn-lt"/>
                <a:cs typeface="Courier New"/>
              </a:rPr>
              <a:t>req</a:t>
            </a:r>
            <a:r>
              <a:rPr lang="fr-FR" sz="1400" dirty="0">
                <a:latin typeface="Courier New"/>
                <a:ea typeface="+mn-lt"/>
                <a:cs typeface="Courier New"/>
              </a:rPr>
              <a:t> = </a:t>
            </a:r>
            <a:r>
              <a:rPr lang="fr-FR" sz="1400" b="1" dirty="0">
                <a:solidFill>
                  <a:schemeClr val="accent2"/>
                </a:solidFill>
                <a:latin typeface="Courier New"/>
                <a:ea typeface="+mn-lt"/>
                <a:cs typeface="Courier New"/>
              </a:rPr>
              <a:t>$</a:t>
            </a:r>
            <a:r>
              <a:rPr lang="fr-FR" sz="1400" b="1" dirty="0" err="1">
                <a:solidFill>
                  <a:schemeClr val="accent2"/>
                </a:solidFill>
                <a:latin typeface="Courier New"/>
                <a:ea typeface="+mn-lt"/>
                <a:cs typeface="Courier New"/>
              </a:rPr>
              <a:t>bdd</a:t>
            </a:r>
            <a:r>
              <a:rPr lang="fr-FR" sz="1400" dirty="0">
                <a:latin typeface="Courier New"/>
                <a:ea typeface="+mn-lt"/>
                <a:cs typeface="Courier New"/>
              </a:rPr>
              <a:t>-&gt;</a:t>
            </a:r>
            <a:r>
              <a:rPr lang="fr-FR" sz="1400" dirty="0" err="1">
                <a:latin typeface="Courier New"/>
                <a:ea typeface="+mn-lt"/>
                <a:cs typeface="Courier New"/>
              </a:rPr>
              <a:t>prepare</a:t>
            </a:r>
            <a:r>
              <a:rPr lang="fr-FR" sz="1400" dirty="0">
                <a:latin typeface="Courier New"/>
                <a:ea typeface="+mn-lt"/>
                <a:cs typeface="Courier New"/>
              </a:rPr>
              <a:t>("SELECT </a:t>
            </a:r>
            <a:r>
              <a:rPr lang="fr-FR" sz="1400" dirty="0" err="1">
                <a:latin typeface="Courier New"/>
                <a:ea typeface="+mn-lt"/>
                <a:cs typeface="Courier New"/>
              </a:rPr>
              <a:t>customer_id</a:t>
            </a:r>
            <a:r>
              <a:rPr lang="fr-FR" sz="1400" dirty="0">
                <a:latin typeface="Courier New"/>
                <a:ea typeface="+mn-lt"/>
                <a:cs typeface="Courier New"/>
              </a:rPr>
              <a:t> FROM </a:t>
            </a:r>
            <a:r>
              <a:rPr lang="fr-FR" sz="1400" dirty="0" err="1">
                <a:latin typeface="Courier New"/>
                <a:ea typeface="+mn-lt"/>
                <a:cs typeface="Courier New"/>
              </a:rPr>
              <a:t>customer</a:t>
            </a:r>
            <a:r>
              <a:rPr lang="fr-FR" sz="1400" dirty="0">
                <a:latin typeface="Courier New"/>
                <a:ea typeface="+mn-lt"/>
                <a:cs typeface="Courier New"/>
              </a:rPr>
              <a:t> WHERE user = ?");</a:t>
            </a:r>
            <a:endParaRPr lang="fr-FR" sz="1400" dirty="0">
              <a:latin typeface="Trebuchet MS" panose="020B0603020202020204"/>
              <a:ea typeface="+mn-lt"/>
              <a:cs typeface="Courier New"/>
            </a:endParaRPr>
          </a:p>
          <a:p>
            <a:pPr marL="0" indent="0">
              <a:buNone/>
            </a:pPr>
            <a:endParaRPr lang="fr-FR" sz="1400" dirty="0">
              <a:latin typeface="Courier New"/>
              <a:cs typeface="Courier New"/>
            </a:endParaRPr>
          </a:p>
          <a:p>
            <a:r>
              <a:rPr lang="fr-FR" dirty="0">
                <a:latin typeface="Trebuchet MS"/>
                <a:ea typeface="+mn-lt"/>
                <a:cs typeface="+mn-lt"/>
              </a:rPr>
              <a:t>Exécution d'une requête :</a:t>
            </a:r>
          </a:p>
          <a:p>
            <a:pPr marL="0" indent="0">
              <a:buNone/>
            </a:pPr>
            <a:r>
              <a:rPr lang="fr-FR" sz="1400" b="1" dirty="0">
                <a:solidFill>
                  <a:schemeClr val="accent4"/>
                </a:solidFill>
                <a:latin typeface="Courier New"/>
                <a:ea typeface="+mn-lt"/>
                <a:cs typeface="Courier New"/>
              </a:rPr>
              <a:t>$</a:t>
            </a:r>
            <a:r>
              <a:rPr lang="fr-FR" sz="1400" b="1" dirty="0" err="1">
                <a:solidFill>
                  <a:schemeClr val="accent4"/>
                </a:solidFill>
                <a:latin typeface="Courier New"/>
                <a:ea typeface="+mn-lt"/>
                <a:cs typeface="Courier New"/>
              </a:rPr>
              <a:t>req</a:t>
            </a:r>
            <a:r>
              <a:rPr lang="fr-FR" sz="1400" dirty="0">
                <a:latin typeface="Courier New"/>
                <a:ea typeface="+mn-lt"/>
                <a:cs typeface="Courier New"/>
              </a:rPr>
              <a:t>-&gt;</a:t>
            </a:r>
            <a:r>
              <a:rPr lang="fr-FR" sz="1400" dirty="0" err="1">
                <a:latin typeface="Courier New"/>
                <a:ea typeface="+mn-lt"/>
                <a:cs typeface="Courier New"/>
              </a:rPr>
              <a:t>execute</a:t>
            </a:r>
            <a:r>
              <a:rPr lang="fr-FR" sz="1400" dirty="0">
                <a:latin typeface="Courier New"/>
                <a:ea typeface="+mn-lt"/>
                <a:cs typeface="Courier New"/>
              </a:rPr>
              <a:t>([$_POST["</a:t>
            </a:r>
            <a:r>
              <a:rPr lang="fr-FR" sz="1400" dirty="0" err="1">
                <a:latin typeface="Courier New"/>
                <a:ea typeface="+mn-lt"/>
                <a:cs typeface="Courier New"/>
              </a:rPr>
              <a:t>username</a:t>
            </a:r>
            <a:r>
              <a:rPr lang="fr-FR" sz="1400" dirty="0">
                <a:latin typeface="Courier New"/>
                <a:ea typeface="+mn-lt"/>
                <a:cs typeface="Courier New"/>
              </a:rPr>
              <a:t>"]]);</a:t>
            </a:r>
            <a:endParaRPr lang="fr-FR" sz="1400" dirty="0"/>
          </a:p>
          <a:p>
            <a:pPr marL="0" indent="0">
              <a:buNone/>
            </a:pPr>
            <a:endParaRPr lang="fr-FR" dirty="0">
              <a:latin typeface="Courier New"/>
              <a:ea typeface="+mn-lt"/>
              <a:cs typeface="Courier New"/>
            </a:endParaRPr>
          </a:p>
          <a:p>
            <a:r>
              <a:rPr lang="fr-FR" dirty="0">
                <a:latin typeface="Trebuchet MS"/>
                <a:ea typeface="+mn-lt"/>
                <a:cs typeface="+mn-lt"/>
              </a:rPr>
              <a:t>Récupération de la prochaine ligne des résultats :</a:t>
            </a:r>
          </a:p>
          <a:p>
            <a:pPr marL="0" indent="0">
              <a:buNone/>
            </a:pPr>
            <a:r>
              <a:rPr lang="fr-FR" sz="1400" b="1" dirty="0">
                <a:solidFill>
                  <a:schemeClr val="accent6"/>
                </a:solidFill>
                <a:latin typeface="Courier New"/>
                <a:ea typeface="+mn-lt"/>
                <a:cs typeface="+mn-lt"/>
              </a:rPr>
              <a:t>$</a:t>
            </a:r>
            <a:r>
              <a:rPr lang="fr-FR" sz="1400" b="1" dirty="0" err="1">
                <a:solidFill>
                  <a:schemeClr val="accent6"/>
                </a:solidFill>
                <a:latin typeface="Courier New"/>
                <a:ea typeface="+mn-lt"/>
                <a:cs typeface="+mn-lt"/>
              </a:rPr>
              <a:t>donnees</a:t>
            </a:r>
            <a:r>
              <a:rPr lang="fr-FR" sz="1400" dirty="0">
                <a:latin typeface="Courier New"/>
                <a:ea typeface="+mn-lt"/>
                <a:cs typeface="+mn-lt"/>
              </a:rPr>
              <a:t> = </a:t>
            </a:r>
            <a:r>
              <a:rPr lang="fr-FR" sz="1400" b="1" dirty="0">
                <a:solidFill>
                  <a:schemeClr val="accent4"/>
                </a:solidFill>
                <a:latin typeface="Courier New"/>
                <a:ea typeface="+mn-lt"/>
                <a:cs typeface="+mn-lt"/>
              </a:rPr>
              <a:t>$</a:t>
            </a:r>
            <a:r>
              <a:rPr lang="fr-FR" sz="1400" b="1" dirty="0" err="1">
                <a:solidFill>
                  <a:schemeClr val="accent4"/>
                </a:solidFill>
                <a:latin typeface="Courier New"/>
                <a:ea typeface="+mn-lt"/>
                <a:cs typeface="+mn-lt"/>
              </a:rPr>
              <a:t>req</a:t>
            </a:r>
            <a:r>
              <a:rPr lang="fr-FR" sz="1400" dirty="0">
                <a:latin typeface="Courier New"/>
                <a:ea typeface="+mn-lt"/>
                <a:cs typeface="+mn-lt"/>
              </a:rPr>
              <a:t>-&gt;</a:t>
            </a:r>
            <a:r>
              <a:rPr lang="fr-FR" sz="1400" dirty="0" err="1">
                <a:latin typeface="Courier New"/>
                <a:ea typeface="+mn-lt"/>
                <a:cs typeface="+mn-lt"/>
              </a:rPr>
              <a:t>fetch</a:t>
            </a:r>
            <a:r>
              <a:rPr lang="fr-FR" sz="1400" dirty="0">
                <a:latin typeface="Courier New"/>
                <a:ea typeface="+mn-lt"/>
                <a:cs typeface="+mn-lt"/>
              </a:rPr>
              <a:t>(); </a:t>
            </a:r>
            <a:r>
              <a:rPr lang="fr-FR" sz="1400" b="1" dirty="0">
                <a:solidFill>
                  <a:schemeClr val="accent6"/>
                </a:solidFill>
                <a:latin typeface="Courier New"/>
                <a:ea typeface="+mn-lt"/>
                <a:cs typeface="+mn-lt"/>
              </a:rPr>
              <a:t>$</a:t>
            </a:r>
            <a:r>
              <a:rPr lang="fr-FR" sz="1400" b="1" dirty="0" err="1">
                <a:solidFill>
                  <a:schemeClr val="accent6"/>
                </a:solidFill>
                <a:latin typeface="Courier New"/>
                <a:ea typeface="+mn-lt"/>
                <a:cs typeface="+mn-lt"/>
              </a:rPr>
              <a:t>donnees</a:t>
            </a:r>
            <a:r>
              <a:rPr lang="fr-FR" sz="1400" dirty="0">
                <a:latin typeface="Courier New"/>
                <a:ea typeface="+mn-lt"/>
                <a:cs typeface="+mn-lt"/>
              </a:rPr>
              <a:t>["</a:t>
            </a:r>
            <a:r>
              <a:rPr lang="fr-FR" sz="1400" dirty="0" err="1">
                <a:latin typeface="Courier New"/>
                <a:ea typeface="+mn-lt"/>
                <a:cs typeface="+mn-lt"/>
              </a:rPr>
              <a:t>customer_id</a:t>
            </a:r>
            <a:r>
              <a:rPr lang="fr-FR" sz="1400" dirty="0">
                <a:latin typeface="Courier New"/>
                <a:ea typeface="+mn-lt"/>
                <a:cs typeface="+mn-lt"/>
              </a:rPr>
              <a:t>"]</a:t>
            </a:r>
          </a:p>
          <a:p>
            <a:pPr marL="0" indent="0">
              <a:buNone/>
            </a:pPr>
            <a:endParaRPr lang="fr-FR" dirty="0">
              <a:latin typeface="Trebuchet MS"/>
              <a:cs typeface="Courier New"/>
            </a:endParaRPr>
          </a:p>
          <a:p>
            <a:pPr marL="0" indent="0">
              <a:buNone/>
            </a:pPr>
            <a:endParaRPr lang="fr-FR" sz="1400" dirty="0">
              <a:latin typeface="Courier New"/>
              <a:cs typeface="Courier New"/>
            </a:endParaRPr>
          </a:p>
        </p:txBody>
      </p:sp>
      <p:sp>
        <p:nvSpPr>
          <p:cNvPr id="8" name="Accolade ouvrante 7">
            <a:extLst>
              <a:ext uri="{FF2B5EF4-FFF2-40B4-BE49-F238E27FC236}">
                <a16:creationId xmlns:a16="http://schemas.microsoft.com/office/drawing/2014/main" id="{D2377F82-BDF4-4835-A294-179EE55DF378}"/>
              </a:ext>
            </a:extLst>
          </p:cNvPr>
          <p:cNvSpPr/>
          <p:nvPr/>
        </p:nvSpPr>
        <p:spPr>
          <a:xfrm rot="-5400000">
            <a:off x="4818126" y="419101"/>
            <a:ext cx="161925" cy="49244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Accolade ouvrante 8">
            <a:extLst>
              <a:ext uri="{FF2B5EF4-FFF2-40B4-BE49-F238E27FC236}">
                <a16:creationId xmlns:a16="http://schemas.microsoft.com/office/drawing/2014/main" id="{2648990C-AB98-4D46-BEAC-B515ED3F0562}"/>
              </a:ext>
            </a:extLst>
          </p:cNvPr>
          <p:cNvSpPr/>
          <p:nvPr/>
        </p:nvSpPr>
        <p:spPr>
          <a:xfrm rot="-5400000">
            <a:off x="7842313" y="2576512"/>
            <a:ext cx="161925" cy="609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178DBB14-D2C8-4AD2-82E1-C23C84878C25}"/>
              </a:ext>
            </a:extLst>
          </p:cNvPr>
          <p:cNvSpPr/>
          <p:nvPr/>
        </p:nvSpPr>
        <p:spPr>
          <a:xfrm rot="-5400000">
            <a:off x="8499537" y="2728912"/>
            <a:ext cx="152400" cy="2952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ZoneTexte 10">
            <a:extLst>
              <a:ext uri="{FF2B5EF4-FFF2-40B4-BE49-F238E27FC236}">
                <a16:creationId xmlns:a16="http://schemas.microsoft.com/office/drawing/2014/main" id="{54F73D36-0B99-4A95-AD7A-2D34E83A76DD}"/>
              </a:ext>
            </a:extLst>
          </p:cNvPr>
          <p:cNvSpPr txBox="1"/>
          <p:nvPr/>
        </p:nvSpPr>
        <p:spPr>
          <a:xfrm>
            <a:off x="3895725" y="2952750"/>
            <a:ext cx="200025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t>Paramètres de connexion</a:t>
            </a:r>
          </a:p>
        </p:txBody>
      </p:sp>
      <p:sp>
        <p:nvSpPr>
          <p:cNvPr id="12" name="ZoneTexte 11">
            <a:extLst>
              <a:ext uri="{FF2B5EF4-FFF2-40B4-BE49-F238E27FC236}">
                <a16:creationId xmlns:a16="http://schemas.microsoft.com/office/drawing/2014/main" id="{81E13FCD-9E4E-4B04-9411-87F640869D38}"/>
              </a:ext>
            </a:extLst>
          </p:cNvPr>
          <p:cNvSpPr txBox="1"/>
          <p:nvPr/>
        </p:nvSpPr>
        <p:spPr>
          <a:xfrm>
            <a:off x="6991349" y="3009899"/>
            <a:ext cx="12573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t>Nom utilisateur</a:t>
            </a:r>
          </a:p>
        </p:txBody>
      </p:sp>
      <p:sp>
        <p:nvSpPr>
          <p:cNvPr id="13" name="ZoneTexte 12">
            <a:extLst>
              <a:ext uri="{FF2B5EF4-FFF2-40B4-BE49-F238E27FC236}">
                <a16:creationId xmlns:a16="http://schemas.microsoft.com/office/drawing/2014/main" id="{A1E4112D-EC06-4E0C-B10F-6DA6699D8CF8}"/>
              </a:ext>
            </a:extLst>
          </p:cNvPr>
          <p:cNvSpPr txBox="1"/>
          <p:nvPr/>
        </p:nvSpPr>
        <p:spPr>
          <a:xfrm>
            <a:off x="8343899" y="3009899"/>
            <a:ext cx="12573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t>Mot de passe</a:t>
            </a:r>
            <a:endParaRPr lang="fr-FR" dirty="0"/>
          </a:p>
        </p:txBody>
      </p:sp>
      <p:sp>
        <p:nvSpPr>
          <p:cNvPr id="14" name="Accolade ouvrante 13">
            <a:extLst>
              <a:ext uri="{FF2B5EF4-FFF2-40B4-BE49-F238E27FC236}">
                <a16:creationId xmlns:a16="http://schemas.microsoft.com/office/drawing/2014/main" id="{5E3074AD-411F-47BE-8050-E56A46081797}"/>
              </a:ext>
            </a:extLst>
          </p:cNvPr>
          <p:cNvSpPr/>
          <p:nvPr/>
        </p:nvSpPr>
        <p:spPr>
          <a:xfrm rot="-5400000">
            <a:off x="5522975" y="1352550"/>
            <a:ext cx="161925" cy="51911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6" name="ZoneTexte 15">
            <a:extLst>
              <a:ext uri="{FF2B5EF4-FFF2-40B4-BE49-F238E27FC236}">
                <a16:creationId xmlns:a16="http://schemas.microsoft.com/office/drawing/2014/main" id="{B7902F3E-0E0A-42FD-8675-95BB6AC5873B}"/>
              </a:ext>
            </a:extLst>
          </p:cNvPr>
          <p:cNvSpPr txBox="1"/>
          <p:nvPr/>
        </p:nvSpPr>
        <p:spPr>
          <a:xfrm>
            <a:off x="3695699" y="4067174"/>
            <a:ext cx="42291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t>Requête SQL paramétrée ('?' sera précisé à l'exécution)</a:t>
            </a:r>
          </a:p>
        </p:txBody>
      </p:sp>
      <p:sp>
        <p:nvSpPr>
          <p:cNvPr id="18" name="Accolade ouvrante 17">
            <a:extLst>
              <a:ext uri="{FF2B5EF4-FFF2-40B4-BE49-F238E27FC236}">
                <a16:creationId xmlns:a16="http://schemas.microsoft.com/office/drawing/2014/main" id="{B26307D5-BF05-4031-8244-A4522BE3AC6D}"/>
              </a:ext>
            </a:extLst>
          </p:cNvPr>
          <p:cNvSpPr/>
          <p:nvPr/>
        </p:nvSpPr>
        <p:spPr>
          <a:xfrm rot="-5400000">
            <a:off x="3537012" y="3586161"/>
            <a:ext cx="114300" cy="26955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9" name="ZoneTexte 18">
            <a:extLst>
              <a:ext uri="{FF2B5EF4-FFF2-40B4-BE49-F238E27FC236}">
                <a16:creationId xmlns:a16="http://schemas.microsoft.com/office/drawing/2014/main" id="{738ABFD4-0669-487A-ABDB-DD2CE24A11AC}"/>
              </a:ext>
            </a:extLst>
          </p:cNvPr>
          <p:cNvSpPr txBox="1"/>
          <p:nvPr/>
        </p:nvSpPr>
        <p:spPr>
          <a:xfrm>
            <a:off x="1323975" y="4991100"/>
            <a:ext cx="59055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dirty="0"/>
              <a:t>Tableau contenant les valeurs devant remplacer les '?' dans la requête</a:t>
            </a:r>
          </a:p>
        </p:txBody>
      </p:sp>
    </p:spTree>
    <p:extLst>
      <p:ext uri="{BB962C8B-B14F-4D97-AF65-F5344CB8AC3E}">
        <p14:creationId xmlns:p14="http://schemas.microsoft.com/office/powerpoint/2010/main" val="1158588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BC2A3E-22CA-4028-BD8E-1CBAD97F2CD9}"/>
              </a:ext>
            </a:extLst>
          </p:cNvPr>
          <p:cNvSpPr>
            <a:spLocks noGrp="1"/>
          </p:cNvSpPr>
          <p:nvPr>
            <p:ph type="title"/>
          </p:nvPr>
        </p:nvSpPr>
        <p:spPr/>
        <p:txBody>
          <a:bodyPr/>
          <a:lstStyle/>
          <a:p>
            <a:r>
              <a:rPr lang="fr-FR" dirty="0"/>
              <a:t>PHP et HTML</a:t>
            </a:r>
          </a:p>
        </p:txBody>
      </p:sp>
      <p:sp>
        <p:nvSpPr>
          <p:cNvPr id="3" name="Espace réservé du contenu 2">
            <a:extLst>
              <a:ext uri="{FF2B5EF4-FFF2-40B4-BE49-F238E27FC236}">
                <a16:creationId xmlns:a16="http://schemas.microsoft.com/office/drawing/2014/main" id="{1999C4BA-DC67-4F26-8153-54ED5033B521}"/>
              </a:ext>
            </a:extLst>
          </p:cNvPr>
          <p:cNvSpPr>
            <a:spLocks noGrp="1"/>
          </p:cNvSpPr>
          <p:nvPr>
            <p:ph idx="1"/>
          </p:nvPr>
        </p:nvSpPr>
        <p:spPr/>
        <p:txBody>
          <a:bodyPr vert="horz" lIns="91440" tIns="45720" rIns="91440" bIns="45720" rtlCol="0" anchor="t">
            <a:normAutofit/>
          </a:bodyPr>
          <a:lstStyle/>
          <a:p>
            <a:r>
              <a:rPr lang="fr-FR" dirty="0"/>
              <a:t>Accéder aux variables de l’URL : </a:t>
            </a:r>
            <a:r>
              <a:rPr lang="fr-FR" dirty="0">
                <a:latin typeface="Courier New" panose="02070309020205020404" pitchFamily="49" charset="0"/>
                <a:cs typeface="Courier New" panose="02070309020205020404" pitchFamily="49" charset="0"/>
              </a:rPr>
              <a:t>$_GET["</a:t>
            </a:r>
            <a:r>
              <a:rPr lang="fr-FR" dirty="0" err="1">
                <a:latin typeface="Courier New" panose="02070309020205020404" pitchFamily="49" charset="0"/>
                <a:cs typeface="Courier New" panose="02070309020205020404" pitchFamily="49" charset="0"/>
              </a:rPr>
              <a:t>nom_variable</a:t>
            </a:r>
            <a:r>
              <a:rPr lang="fr-FR" dirty="0">
                <a:latin typeface="Courier New" panose="02070309020205020404" pitchFamily="49" charset="0"/>
                <a:cs typeface="Courier New" panose="02070309020205020404" pitchFamily="49" charset="0"/>
              </a:rPr>
              <a:t>"]</a:t>
            </a:r>
            <a:endParaRPr lang="fr-FR" sz="1400" dirty="0">
              <a:latin typeface="Courier New" panose="02070309020205020404" pitchFamily="49" charset="0"/>
              <a:ea typeface="+mn-lt"/>
              <a:cs typeface="Courier New" panose="02070309020205020404" pitchFamily="49" charset="0"/>
            </a:endParaRPr>
          </a:p>
          <a:p>
            <a:r>
              <a:rPr lang="fr-FR" dirty="0"/>
              <a:t>Accéder aux variables du formulaire : </a:t>
            </a:r>
            <a:r>
              <a:rPr lang="fr-FR" dirty="0">
                <a:latin typeface="Courier New" panose="02070309020205020404" pitchFamily="49" charset="0"/>
                <a:cs typeface="Courier New" panose="02070309020205020404" pitchFamily="49" charset="0"/>
              </a:rPr>
              <a:t>$_POST["</a:t>
            </a:r>
            <a:r>
              <a:rPr lang="fr-FR" dirty="0" err="1">
                <a:latin typeface="Courier New" panose="02070309020205020404" pitchFamily="49" charset="0"/>
                <a:cs typeface="Courier New" panose="02070309020205020404" pitchFamily="49" charset="0"/>
              </a:rPr>
              <a:t>nom_variable</a:t>
            </a:r>
            <a:r>
              <a:rPr lang="fr-FR" dirty="0">
                <a:latin typeface="Courier New" panose="02070309020205020404" pitchFamily="49" charset="0"/>
                <a:cs typeface="Courier New" panose="02070309020205020404" pitchFamily="49" charset="0"/>
              </a:rPr>
              <a:t>"]</a:t>
            </a:r>
          </a:p>
          <a:p>
            <a:r>
              <a:rPr lang="fr-FR" dirty="0"/>
              <a:t>Rediriger l’utilisateur vers une autre page :</a:t>
            </a:r>
          </a:p>
          <a:p>
            <a:pPr lvl="1"/>
            <a:r>
              <a:rPr lang="fr-FR" dirty="0">
                <a:latin typeface="Courier New"/>
                <a:ea typeface="+mn-lt"/>
                <a:cs typeface="+mn-lt"/>
              </a:rPr>
              <a:t>header(</a:t>
            </a:r>
            <a:r>
              <a:rPr lang="fr-FR" dirty="0"/>
              <a:t>"</a:t>
            </a:r>
            <a:r>
              <a:rPr lang="fr-FR" dirty="0">
                <a:latin typeface="Courier New"/>
                <a:ea typeface="+mn-lt"/>
                <a:cs typeface="+mn-lt"/>
              </a:rPr>
              <a:t>Location: </a:t>
            </a:r>
            <a:r>
              <a:rPr lang="fr-FR" dirty="0" err="1">
                <a:latin typeface="Courier New"/>
                <a:ea typeface="+mn-lt"/>
                <a:cs typeface="+mn-lt"/>
              </a:rPr>
              <a:t>nouvelle_url.php</a:t>
            </a:r>
            <a:r>
              <a:rPr lang="fr-FR"/>
              <a:t>"</a:t>
            </a:r>
            <a:r>
              <a:rPr lang="fr-FR">
                <a:latin typeface="Courier New"/>
                <a:ea typeface="+mn-lt"/>
                <a:cs typeface="+mn-lt"/>
              </a:rPr>
              <a:t>);</a:t>
            </a:r>
            <a:endParaRPr lang="fr-FR" dirty="0">
              <a:latin typeface="Trebuchet MS"/>
              <a:cs typeface="Courier New"/>
            </a:endParaRPr>
          </a:p>
          <a:p>
            <a:pPr marL="0" indent="0">
              <a:buNone/>
            </a:pPr>
            <a:endParaRPr lang="fr-FR" sz="1400" dirty="0">
              <a:latin typeface="Courier New"/>
              <a:cs typeface="Courier New"/>
            </a:endParaRPr>
          </a:p>
        </p:txBody>
      </p:sp>
    </p:spTree>
    <p:extLst>
      <p:ext uri="{BB962C8B-B14F-4D97-AF65-F5344CB8AC3E}">
        <p14:creationId xmlns:p14="http://schemas.microsoft.com/office/powerpoint/2010/main" val="3703584414"/>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DA5D84F0788D3418F415AD54E7B0751" ma:contentTypeVersion="10" ma:contentTypeDescription="Crée un document." ma:contentTypeScope="" ma:versionID="2216a0c5066f1cbbc135c80e5dd32e17">
  <xsd:schema xmlns:xsd="http://www.w3.org/2001/XMLSchema" xmlns:xs="http://www.w3.org/2001/XMLSchema" xmlns:p="http://schemas.microsoft.com/office/2006/metadata/properties" xmlns:ns3="a10a3927-54dd-407e-8c64-f2a9abc489e9" xmlns:ns4="ae5029cc-1ba4-45c9-af5a-d507c2691054" targetNamespace="http://schemas.microsoft.com/office/2006/metadata/properties" ma:root="true" ma:fieldsID="d3cca8135603951218abe23824ec757a" ns3:_="" ns4:_="">
    <xsd:import namespace="a10a3927-54dd-407e-8c64-f2a9abc489e9"/>
    <xsd:import namespace="ae5029cc-1ba4-45c9-af5a-d507c269105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a3927-54dd-407e-8c64-f2a9abc489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5029cc-1ba4-45c9-af5a-d507c2691054"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F65B64-BB15-412F-8A1D-818B964B82C6}">
  <ds:schemaRefs>
    <ds:schemaRef ds:uri="http://schemas.microsoft.com/sharepoint/v3/contenttype/forms"/>
  </ds:schemaRefs>
</ds:datastoreItem>
</file>

<file path=customXml/itemProps2.xml><?xml version="1.0" encoding="utf-8"?>
<ds:datastoreItem xmlns:ds="http://schemas.openxmlformats.org/officeDocument/2006/customXml" ds:itemID="{CDE1BDDE-67EA-4AA4-B864-285F5D69D8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0a3927-54dd-407e-8c64-f2a9abc489e9"/>
    <ds:schemaRef ds:uri="ae5029cc-1ba4-45c9-af5a-d507c26910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6821A7C-6E01-4AFD-A437-605186B1E45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TM02900688[[fn=Facette]]</Template>
  <TotalTime>121</TotalTime>
  <Words>2259</Words>
  <Application>Microsoft Office PowerPoint</Application>
  <PresentationFormat>Grand écran</PresentationFormat>
  <Paragraphs>201</Paragraphs>
  <Slides>31</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31</vt:i4>
      </vt:variant>
    </vt:vector>
  </HeadingPairs>
  <TitlesOfParts>
    <vt:vector size="40" baseType="lpstr">
      <vt:lpstr>Arial</vt:lpstr>
      <vt:lpstr>Consolas</vt:lpstr>
      <vt:lpstr>courier new</vt:lpstr>
      <vt:lpstr>courier new</vt:lpstr>
      <vt:lpstr>JetBrains Mono</vt:lpstr>
      <vt:lpstr>Trebuchet MS</vt:lpstr>
      <vt:lpstr>Trebuchet MS</vt:lpstr>
      <vt:lpstr>Wingdings 3</vt:lpstr>
      <vt:lpstr>Facette</vt:lpstr>
      <vt:lpstr>Introduction au Web</vt:lpstr>
      <vt:lpstr>Plan</vt:lpstr>
      <vt:lpstr>Clients et serveurs</vt:lpstr>
      <vt:lpstr>Architecture d’une application Web</vt:lpstr>
      <vt:lpstr>Communication entre le client et le serveur</vt:lpstr>
      <vt:lpstr>Fonctionnement des requêtes</vt:lpstr>
      <vt:lpstr>Fonctionnement des requêtes</vt:lpstr>
      <vt:lpstr>Introduction à l'HTML</vt:lpstr>
      <vt:lpstr>Page Web et HTML</vt:lpstr>
      <vt:lpstr>Page Web et HTML</vt:lpstr>
      <vt:lpstr>HTML</vt:lpstr>
      <vt:lpstr>HTML</vt:lpstr>
      <vt:lpstr>HTML</vt:lpstr>
      <vt:lpstr>HTML</vt:lpstr>
      <vt:lpstr>HTML</vt:lpstr>
      <vt:lpstr>HTML</vt:lpstr>
      <vt:lpstr>HTML</vt:lpstr>
      <vt:lpstr>HTML</vt:lpstr>
      <vt:lpstr>Introduction à PHP</vt:lpstr>
      <vt:lpstr>Serveur Web</vt:lpstr>
      <vt:lpstr>PHP</vt:lpstr>
      <vt:lpstr>PHP</vt:lpstr>
      <vt:lpstr>PHP</vt:lpstr>
      <vt:lpstr>PHP</vt:lpstr>
      <vt:lpstr>Syntaxe PHP</vt:lpstr>
      <vt:lpstr>Syntaxe PHP</vt:lpstr>
      <vt:lpstr>Tableaux en PHP</vt:lpstr>
      <vt:lpstr>Tableaux en PHP</vt:lpstr>
      <vt:lpstr>Déclaration de fonctions en PHP</vt:lpstr>
      <vt:lpstr>PHP et base de données</vt:lpstr>
      <vt:lpstr>PHP et HTML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au Web</dc:title>
  <dc:creator>Alexandre Lombard</dc:creator>
  <cp:lastModifiedBy>Alexandre LOMBARD</cp:lastModifiedBy>
  <cp:revision>757</cp:revision>
  <dcterms:created xsi:type="dcterms:W3CDTF">2020-06-22T13:39:38Z</dcterms:created>
  <dcterms:modified xsi:type="dcterms:W3CDTF">2025-10-23T07:23:07Z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0x0101004DA5D84F0788D3418F415AD54E7B0751</vt:lpwstr>
  </property>
</Properties>
</file>